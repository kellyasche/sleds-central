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1" r:id="rId1"/>
    <p:sldMasterId id="2147483833" r:id="rId2"/>
  </p:sldMasterIdLst>
  <p:notesMasterIdLst>
    <p:notesMasterId r:id="rId43"/>
  </p:notesMasterIdLst>
  <p:sldIdLst>
    <p:sldId id="256" r:id="rId3"/>
    <p:sldId id="785" r:id="rId4"/>
    <p:sldId id="719" r:id="rId5"/>
    <p:sldId id="875" r:id="rId6"/>
    <p:sldId id="910" r:id="rId7"/>
    <p:sldId id="911" r:id="rId8"/>
    <p:sldId id="539" r:id="rId9"/>
    <p:sldId id="528" r:id="rId10"/>
    <p:sldId id="527" r:id="rId11"/>
    <p:sldId id="551" r:id="rId12"/>
    <p:sldId id="552" r:id="rId13"/>
    <p:sldId id="541" r:id="rId14"/>
    <p:sldId id="837" r:id="rId15"/>
    <p:sldId id="912" r:id="rId16"/>
    <p:sldId id="549" r:id="rId17"/>
    <p:sldId id="550" r:id="rId18"/>
    <p:sldId id="553" r:id="rId19"/>
    <p:sldId id="838" r:id="rId20"/>
    <p:sldId id="913" r:id="rId21"/>
    <p:sldId id="840" r:id="rId22"/>
    <p:sldId id="558" r:id="rId23"/>
    <p:sldId id="914" r:id="rId24"/>
    <p:sldId id="876" r:id="rId25"/>
    <p:sldId id="877" r:id="rId26"/>
    <p:sldId id="915" r:id="rId27"/>
    <p:sldId id="878" r:id="rId28"/>
    <p:sldId id="916" r:id="rId29"/>
    <p:sldId id="917" r:id="rId30"/>
    <p:sldId id="918" r:id="rId31"/>
    <p:sldId id="880" r:id="rId32"/>
    <p:sldId id="901" r:id="rId33"/>
    <p:sldId id="919" r:id="rId34"/>
    <p:sldId id="847" r:id="rId35"/>
    <p:sldId id="883" r:id="rId36"/>
    <p:sldId id="898" r:id="rId37"/>
    <p:sldId id="887" r:id="rId38"/>
    <p:sldId id="897" r:id="rId39"/>
    <p:sldId id="902" r:id="rId40"/>
    <p:sldId id="867" r:id="rId41"/>
    <p:sldId id="52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609084-DF45-163B-665C-AF95A1884031}" name="Kelly Asche" initials="KA" userId="S::kasche@ruralmn.org::e65b4a93-a81a-4939-bbd4-30571e0b07ee" providerId="AD"/>
  <p188:author id="{3C03BDFA-54D9-DDDD-10EF-5C3F7374A629}" name="Marnie Werner" initials="MW" userId="S::mwerner@ruralmn.org::8721467f-dace-4c98-b670-daf7813f63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0000"/>
    <a:srgbClr val="E34A33"/>
    <a:srgbClr val="FEE391"/>
    <a:srgbClr val="FC8D59"/>
    <a:srgbClr val="99CB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5907D-B7F6-054E-AF16-0D8CDDBEB05D}" v="1582" dt="2023-11-14T15:43:31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/>
    <p:restoredTop sz="94626"/>
  </p:normalViewPr>
  <p:slideViewPr>
    <p:cSldViewPr snapToGrid="0">
      <p:cViewPr varScale="1">
        <p:scale>
          <a:sx n="78" d="100"/>
          <a:sy n="78" d="100"/>
        </p:scale>
        <p:origin x="192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 Asche" userId="e65b4a93-a81a-4939-bbd4-30571e0b07ee" providerId="ADAL" clId="{6625907D-B7F6-054E-AF16-0D8CDDBEB05D}"/>
    <pc:docChg chg="undo custSel addSld delSld modSld sldOrd">
      <pc:chgData name="Kelly Asche" userId="e65b4a93-a81a-4939-bbd4-30571e0b07ee" providerId="ADAL" clId="{6625907D-B7F6-054E-AF16-0D8CDDBEB05D}" dt="2023-11-14T19:00:18.246" v="8648" actId="20577"/>
      <pc:docMkLst>
        <pc:docMk/>
      </pc:docMkLst>
      <pc:sldChg chg="modSp mod ord">
        <pc:chgData name="Kelly Asche" userId="e65b4a93-a81a-4939-bbd4-30571e0b07ee" providerId="ADAL" clId="{6625907D-B7F6-054E-AF16-0D8CDDBEB05D}" dt="2023-11-14T00:27:54.274" v="7917" actId="20577"/>
        <pc:sldMkLst>
          <pc:docMk/>
          <pc:sldMk cId="4176163998" sldId="527"/>
        </pc:sldMkLst>
        <pc:spChg chg="mod">
          <ac:chgData name="Kelly Asche" userId="e65b4a93-a81a-4939-bbd4-30571e0b07ee" providerId="ADAL" clId="{6625907D-B7F6-054E-AF16-0D8CDDBEB05D}" dt="2023-11-14T00:27:54.274" v="7917" actId="20577"/>
          <ac:spMkLst>
            <pc:docMk/>
            <pc:sldMk cId="4176163998" sldId="527"/>
            <ac:spMk id="39" creationId="{A10B891B-CC28-9213-4E63-8915E680A4EE}"/>
          </ac:spMkLst>
        </pc:spChg>
      </pc:sldChg>
      <pc:sldChg chg="modSp mod ord">
        <pc:chgData name="Kelly Asche" userId="e65b4a93-a81a-4939-bbd4-30571e0b07ee" providerId="ADAL" clId="{6625907D-B7F6-054E-AF16-0D8CDDBEB05D}" dt="2023-11-14T19:00:18.246" v="8648" actId="20577"/>
        <pc:sldMkLst>
          <pc:docMk/>
          <pc:sldMk cId="2710799751" sldId="528"/>
        </pc:sldMkLst>
        <pc:spChg chg="mod">
          <ac:chgData name="Kelly Asche" userId="e65b4a93-a81a-4939-bbd4-30571e0b07ee" providerId="ADAL" clId="{6625907D-B7F6-054E-AF16-0D8CDDBEB05D}" dt="2023-11-14T19:00:18.246" v="8648" actId="20577"/>
          <ac:spMkLst>
            <pc:docMk/>
            <pc:sldMk cId="2710799751" sldId="528"/>
            <ac:spMk id="3" creationId="{54032B5A-A1CF-E1CE-734E-C0286AA02370}"/>
          </ac:spMkLst>
        </pc:spChg>
      </pc:sldChg>
      <pc:sldChg chg="modSp mod">
        <pc:chgData name="Kelly Asche" userId="e65b4a93-a81a-4939-bbd4-30571e0b07ee" providerId="ADAL" clId="{6625907D-B7F6-054E-AF16-0D8CDDBEB05D}" dt="2023-11-13T15:22:01.694" v="5651" actId="20577"/>
        <pc:sldMkLst>
          <pc:docMk/>
          <pc:sldMk cId="670655724" sldId="549"/>
        </pc:sldMkLst>
        <pc:spChg chg="mod">
          <ac:chgData name="Kelly Asche" userId="e65b4a93-a81a-4939-bbd4-30571e0b07ee" providerId="ADAL" clId="{6625907D-B7F6-054E-AF16-0D8CDDBEB05D}" dt="2023-11-13T15:22:01.694" v="5651" actId="20577"/>
          <ac:spMkLst>
            <pc:docMk/>
            <pc:sldMk cId="670655724" sldId="549"/>
            <ac:spMk id="2" creationId="{D9F3B9EC-7113-0D13-2B10-82EECB9CF207}"/>
          </ac:spMkLst>
        </pc:spChg>
      </pc:sldChg>
      <pc:sldChg chg="modSp mod">
        <pc:chgData name="Kelly Asche" userId="e65b4a93-a81a-4939-bbd4-30571e0b07ee" providerId="ADAL" clId="{6625907D-B7F6-054E-AF16-0D8CDDBEB05D}" dt="2023-11-14T13:58:17.061" v="8100" actId="20577"/>
        <pc:sldMkLst>
          <pc:docMk/>
          <pc:sldMk cId="4160278032" sldId="550"/>
        </pc:sldMkLst>
        <pc:spChg chg="mod">
          <ac:chgData name="Kelly Asche" userId="e65b4a93-a81a-4939-bbd4-30571e0b07ee" providerId="ADAL" clId="{6625907D-B7F6-054E-AF16-0D8CDDBEB05D}" dt="2023-11-14T13:58:17.061" v="8100" actId="20577"/>
          <ac:spMkLst>
            <pc:docMk/>
            <pc:sldMk cId="4160278032" sldId="550"/>
            <ac:spMk id="2" creationId="{B442CBDE-70BD-F378-2A37-CFDE5DD226E2}"/>
          </ac:spMkLst>
        </pc:spChg>
        <pc:graphicFrameChg chg="mod">
          <ac:chgData name="Kelly Asche" userId="e65b4a93-a81a-4939-bbd4-30571e0b07ee" providerId="ADAL" clId="{6625907D-B7F6-054E-AF16-0D8CDDBEB05D}" dt="2023-11-13T15:22:12.408" v="5660" actId="20577"/>
          <ac:graphicFrameMkLst>
            <pc:docMk/>
            <pc:sldMk cId="4160278032" sldId="550"/>
            <ac:graphicFrameMk id="6" creationId="{A8AADAC1-6D26-9E7E-0700-A0D23700AA96}"/>
          </ac:graphicFrameMkLst>
        </pc:graphicFrameChg>
      </pc:sldChg>
      <pc:sldChg chg="ord">
        <pc:chgData name="Kelly Asche" userId="e65b4a93-a81a-4939-bbd4-30571e0b07ee" providerId="ADAL" clId="{6625907D-B7F6-054E-AF16-0D8CDDBEB05D}" dt="2023-11-13T15:19:13.968" v="5571" actId="20578"/>
        <pc:sldMkLst>
          <pc:docMk/>
          <pc:sldMk cId="2419905159" sldId="551"/>
        </pc:sldMkLst>
      </pc:sldChg>
      <pc:sldChg chg="ord">
        <pc:chgData name="Kelly Asche" userId="e65b4a93-a81a-4939-bbd4-30571e0b07ee" providerId="ADAL" clId="{6625907D-B7F6-054E-AF16-0D8CDDBEB05D}" dt="2023-11-14T13:55:29.738" v="8046" actId="20578"/>
        <pc:sldMkLst>
          <pc:docMk/>
          <pc:sldMk cId="2171095626" sldId="552"/>
        </pc:sldMkLst>
      </pc:sldChg>
      <pc:sldChg chg="addSp delSp modSp mod">
        <pc:chgData name="Kelly Asche" userId="e65b4a93-a81a-4939-bbd4-30571e0b07ee" providerId="ADAL" clId="{6625907D-B7F6-054E-AF16-0D8CDDBEB05D}" dt="2023-11-14T15:39:46.487" v="8282" actId="1076"/>
        <pc:sldMkLst>
          <pc:docMk/>
          <pc:sldMk cId="415825726" sldId="553"/>
        </pc:sldMkLst>
        <pc:spChg chg="add mod">
          <ac:chgData name="Kelly Asche" userId="e65b4a93-a81a-4939-bbd4-30571e0b07ee" providerId="ADAL" clId="{6625907D-B7F6-054E-AF16-0D8CDDBEB05D}" dt="2023-11-14T15:39:46.487" v="8282" actId="1076"/>
          <ac:spMkLst>
            <pc:docMk/>
            <pc:sldMk cId="415825726" sldId="553"/>
            <ac:spMk id="2" creationId="{7EE65EAE-23BA-A22E-70C3-3E017AB85CCD}"/>
          </ac:spMkLst>
        </pc:spChg>
        <pc:picChg chg="add del mod">
          <ac:chgData name="Kelly Asche" userId="e65b4a93-a81a-4939-bbd4-30571e0b07ee" providerId="ADAL" clId="{6625907D-B7F6-054E-AF16-0D8CDDBEB05D}" dt="2023-11-13T15:33:04.368" v="5665" actId="478"/>
          <ac:picMkLst>
            <pc:docMk/>
            <pc:sldMk cId="415825726" sldId="553"/>
            <ac:picMk id="3" creationId="{A70989B5-8552-94CF-B822-8972081F41B1}"/>
          </ac:picMkLst>
        </pc:picChg>
        <pc:picChg chg="add del mod">
          <ac:chgData name="Kelly Asche" userId="e65b4a93-a81a-4939-bbd4-30571e0b07ee" providerId="ADAL" clId="{6625907D-B7F6-054E-AF16-0D8CDDBEB05D}" dt="2023-11-13T15:33:28.750" v="5669" actId="478"/>
          <ac:picMkLst>
            <pc:docMk/>
            <pc:sldMk cId="415825726" sldId="553"/>
            <ac:picMk id="6" creationId="{B85D10C6-AF16-055F-39D1-1D07B25747DC}"/>
          </ac:picMkLst>
        </pc:picChg>
        <pc:picChg chg="add mod">
          <ac:chgData name="Kelly Asche" userId="e65b4a93-a81a-4939-bbd4-30571e0b07ee" providerId="ADAL" clId="{6625907D-B7F6-054E-AF16-0D8CDDBEB05D}" dt="2023-11-13T15:33:44.777" v="5672" actId="1076"/>
          <ac:picMkLst>
            <pc:docMk/>
            <pc:sldMk cId="415825726" sldId="553"/>
            <ac:picMk id="8" creationId="{9787FCAC-48B8-9FAD-F04C-DE162A262034}"/>
          </ac:picMkLst>
        </pc:picChg>
        <pc:picChg chg="del">
          <ac:chgData name="Kelly Asche" userId="e65b4a93-a81a-4939-bbd4-30571e0b07ee" providerId="ADAL" clId="{6625907D-B7F6-054E-AF16-0D8CDDBEB05D}" dt="2023-11-13T15:32:44.844" v="5661" actId="478"/>
          <ac:picMkLst>
            <pc:docMk/>
            <pc:sldMk cId="415825726" sldId="553"/>
            <ac:picMk id="18" creationId="{BB850012-5CCB-6E1C-AFE0-51086F6BD664}"/>
          </ac:picMkLst>
        </pc:picChg>
      </pc:sldChg>
      <pc:sldChg chg="modSp">
        <pc:chgData name="Kelly Asche" userId="e65b4a93-a81a-4939-bbd4-30571e0b07ee" providerId="ADAL" clId="{6625907D-B7F6-054E-AF16-0D8CDDBEB05D}" dt="2023-11-14T14:02:24.151" v="8102" actId="20577"/>
        <pc:sldMkLst>
          <pc:docMk/>
          <pc:sldMk cId="1586756744" sldId="559"/>
        </pc:sldMkLst>
        <pc:graphicFrameChg chg="mod">
          <ac:chgData name="Kelly Asche" userId="e65b4a93-a81a-4939-bbd4-30571e0b07ee" providerId="ADAL" clId="{6625907D-B7F6-054E-AF16-0D8CDDBEB05D}" dt="2023-11-14T14:02:24.151" v="8102" actId="20577"/>
          <ac:graphicFrameMkLst>
            <pc:docMk/>
            <pc:sldMk cId="1586756744" sldId="559"/>
            <ac:graphicFrameMk id="5" creationId="{B264F36D-B9F5-EC10-0EAD-347037C0C560}"/>
          </ac:graphicFrameMkLst>
        </pc:graphicFrameChg>
      </pc:sldChg>
      <pc:sldChg chg="modSp mod">
        <pc:chgData name="Kelly Asche" userId="e65b4a93-a81a-4939-bbd4-30571e0b07ee" providerId="ADAL" clId="{6625907D-B7F6-054E-AF16-0D8CDDBEB05D}" dt="2023-11-14T00:28:59.018" v="7920" actId="20577"/>
        <pc:sldMkLst>
          <pc:docMk/>
          <pc:sldMk cId="1625994448" sldId="837"/>
        </pc:sldMkLst>
        <pc:spChg chg="mod">
          <ac:chgData name="Kelly Asche" userId="e65b4a93-a81a-4939-bbd4-30571e0b07ee" providerId="ADAL" clId="{6625907D-B7F6-054E-AF16-0D8CDDBEB05D}" dt="2023-11-13T15:21:45.651" v="5628" actId="20577"/>
          <ac:spMkLst>
            <pc:docMk/>
            <pc:sldMk cId="1625994448" sldId="837"/>
            <ac:spMk id="2" creationId="{EE8845D6-59A7-8F1B-F4A1-ECFAB6D7CEA0}"/>
          </ac:spMkLst>
        </pc:spChg>
        <pc:graphicFrameChg chg="mod">
          <ac:chgData name="Kelly Asche" userId="e65b4a93-a81a-4939-bbd4-30571e0b07ee" providerId="ADAL" clId="{6625907D-B7F6-054E-AF16-0D8CDDBEB05D}" dt="2023-11-14T00:28:59.018" v="7920" actId="20577"/>
          <ac:graphicFrameMkLst>
            <pc:docMk/>
            <pc:sldMk cId="1625994448" sldId="837"/>
            <ac:graphicFrameMk id="5" creationId="{E3F56F85-5817-D85D-F335-BE9087DE6B08}"/>
          </ac:graphicFrameMkLst>
        </pc:graphicFrameChg>
      </pc:sldChg>
      <pc:sldChg chg="addSp modSp">
        <pc:chgData name="Kelly Asche" userId="e65b4a93-a81a-4939-bbd4-30571e0b07ee" providerId="ADAL" clId="{6625907D-B7F6-054E-AF16-0D8CDDBEB05D}" dt="2023-11-14T15:39:50.468" v="8283"/>
        <pc:sldMkLst>
          <pc:docMk/>
          <pc:sldMk cId="3264097917" sldId="838"/>
        </pc:sldMkLst>
        <pc:spChg chg="add mod">
          <ac:chgData name="Kelly Asche" userId="e65b4a93-a81a-4939-bbd4-30571e0b07ee" providerId="ADAL" clId="{6625907D-B7F6-054E-AF16-0D8CDDBEB05D}" dt="2023-11-14T15:39:50.468" v="8283"/>
          <ac:spMkLst>
            <pc:docMk/>
            <pc:sldMk cId="3264097917" sldId="838"/>
            <ac:spMk id="2" creationId="{EE36E1B2-0BE1-B260-523C-CF1C7840FF94}"/>
          </ac:spMkLst>
        </pc:spChg>
      </pc:sldChg>
      <pc:sldChg chg="del">
        <pc:chgData name="Kelly Asche" userId="e65b4a93-a81a-4939-bbd4-30571e0b07ee" providerId="ADAL" clId="{6625907D-B7F6-054E-AF16-0D8CDDBEB05D}" dt="2023-11-12T16:40:52.153" v="3679" actId="2696"/>
        <pc:sldMkLst>
          <pc:docMk/>
          <pc:sldMk cId="1095856763" sldId="839"/>
        </pc:sldMkLst>
      </pc:sldChg>
      <pc:sldChg chg="modSp">
        <pc:chgData name="Kelly Asche" userId="e65b4a93-a81a-4939-bbd4-30571e0b07ee" providerId="ADAL" clId="{6625907D-B7F6-054E-AF16-0D8CDDBEB05D}" dt="2023-11-14T00:32:21.128" v="7923" actId="20577"/>
        <pc:sldMkLst>
          <pc:docMk/>
          <pc:sldMk cId="3352103475" sldId="840"/>
        </pc:sldMkLst>
        <pc:graphicFrameChg chg="mod">
          <ac:chgData name="Kelly Asche" userId="e65b4a93-a81a-4939-bbd4-30571e0b07ee" providerId="ADAL" clId="{6625907D-B7F6-054E-AF16-0D8CDDBEB05D}" dt="2023-11-14T00:32:21.128" v="7923" actId="20577"/>
          <ac:graphicFrameMkLst>
            <pc:docMk/>
            <pc:sldMk cId="3352103475" sldId="840"/>
            <ac:graphicFrameMk id="6" creationId="{6A234353-03EE-23C1-5C79-71D2650621C6}"/>
          </ac:graphicFrameMkLst>
        </pc:graphicFrameChg>
      </pc:sldChg>
      <pc:sldChg chg="del">
        <pc:chgData name="Kelly Asche" userId="e65b4a93-a81a-4939-bbd4-30571e0b07ee" providerId="ADAL" clId="{6625907D-B7F6-054E-AF16-0D8CDDBEB05D}" dt="2023-11-11T18:59:05.704" v="333" actId="2696"/>
        <pc:sldMkLst>
          <pc:docMk/>
          <pc:sldMk cId="3232413540" sldId="841"/>
        </pc:sldMkLst>
      </pc:sldChg>
      <pc:sldChg chg="del ord">
        <pc:chgData name="Kelly Asche" userId="e65b4a93-a81a-4939-bbd4-30571e0b07ee" providerId="ADAL" clId="{6625907D-B7F6-054E-AF16-0D8CDDBEB05D}" dt="2023-11-11T18:38:38.289" v="65" actId="2696"/>
        <pc:sldMkLst>
          <pc:docMk/>
          <pc:sldMk cId="810329241" sldId="846"/>
        </pc:sldMkLst>
      </pc:sldChg>
      <pc:sldChg chg="addSp modSp add del mod">
        <pc:chgData name="Kelly Asche" userId="e65b4a93-a81a-4939-bbd4-30571e0b07ee" providerId="ADAL" clId="{6625907D-B7F6-054E-AF16-0D8CDDBEB05D}" dt="2023-11-14T15:40:49.987" v="8296" actId="1076"/>
        <pc:sldMkLst>
          <pc:docMk/>
          <pc:sldMk cId="1691995400" sldId="847"/>
        </pc:sldMkLst>
        <pc:spChg chg="mod">
          <ac:chgData name="Kelly Asche" userId="e65b4a93-a81a-4939-bbd4-30571e0b07ee" providerId="ADAL" clId="{6625907D-B7F6-054E-AF16-0D8CDDBEB05D}" dt="2023-11-13T14:23:27.738" v="5556" actId="20577"/>
          <ac:spMkLst>
            <pc:docMk/>
            <pc:sldMk cId="1691995400" sldId="847"/>
            <ac:spMk id="3" creationId="{99DAEDC0-1FD3-F858-D203-1CA636A20DB3}"/>
          </ac:spMkLst>
        </pc:spChg>
        <pc:spChg chg="add mod">
          <ac:chgData name="Kelly Asche" userId="e65b4a93-a81a-4939-bbd4-30571e0b07ee" providerId="ADAL" clId="{6625907D-B7F6-054E-AF16-0D8CDDBEB05D}" dt="2023-11-14T15:40:49.987" v="8296" actId="1076"/>
          <ac:spMkLst>
            <pc:docMk/>
            <pc:sldMk cId="1691995400" sldId="847"/>
            <ac:spMk id="4" creationId="{9D98A910-0083-EB62-21A8-DDFE76A88D41}"/>
          </ac:spMkLst>
        </pc:spChg>
        <pc:spChg chg="mod">
          <ac:chgData name="Kelly Asche" userId="e65b4a93-a81a-4939-bbd4-30571e0b07ee" providerId="ADAL" clId="{6625907D-B7F6-054E-AF16-0D8CDDBEB05D}" dt="2023-11-13T14:24:19.664" v="5567" actId="20577"/>
          <ac:spMkLst>
            <pc:docMk/>
            <pc:sldMk cId="1691995400" sldId="847"/>
            <ac:spMk id="10" creationId="{61801EF9-910C-B823-330F-A74415E2F9B4}"/>
          </ac:spMkLst>
        </pc:spChg>
      </pc:sldChg>
      <pc:sldChg chg="del">
        <pc:chgData name="Kelly Asche" userId="e65b4a93-a81a-4939-bbd4-30571e0b07ee" providerId="ADAL" clId="{6625907D-B7F6-054E-AF16-0D8CDDBEB05D}" dt="2023-11-11T18:59:05.714" v="335" actId="2696"/>
        <pc:sldMkLst>
          <pc:docMk/>
          <pc:sldMk cId="1566774646" sldId="848"/>
        </pc:sldMkLst>
      </pc:sldChg>
      <pc:sldChg chg="addSp modSp add del mod">
        <pc:chgData name="Kelly Asche" userId="e65b4a93-a81a-4939-bbd4-30571e0b07ee" providerId="ADAL" clId="{6625907D-B7F6-054E-AF16-0D8CDDBEB05D}" dt="2023-11-14T15:40:54.303" v="8298" actId="1076"/>
        <pc:sldMkLst>
          <pc:docMk/>
          <pc:sldMk cId="4216697879" sldId="850"/>
        </pc:sldMkLst>
        <pc:spChg chg="mod">
          <ac:chgData name="Kelly Asche" userId="e65b4a93-a81a-4939-bbd4-30571e0b07ee" providerId="ADAL" clId="{6625907D-B7F6-054E-AF16-0D8CDDBEB05D}" dt="2023-11-13T15:37:12.325" v="5694" actId="20577"/>
          <ac:spMkLst>
            <pc:docMk/>
            <pc:sldMk cId="4216697879" sldId="850"/>
            <ac:spMk id="3" creationId="{99DAEDC0-1FD3-F858-D203-1CA636A20DB3}"/>
          </ac:spMkLst>
        </pc:spChg>
        <pc:spChg chg="add mod">
          <ac:chgData name="Kelly Asche" userId="e65b4a93-a81a-4939-bbd4-30571e0b07ee" providerId="ADAL" clId="{6625907D-B7F6-054E-AF16-0D8CDDBEB05D}" dt="2023-11-14T15:40:54.303" v="8298" actId="1076"/>
          <ac:spMkLst>
            <pc:docMk/>
            <pc:sldMk cId="4216697879" sldId="850"/>
            <ac:spMk id="4" creationId="{53753AA7-0A61-9EDB-5BF8-9F9358582B9E}"/>
          </ac:spMkLst>
        </pc:spChg>
        <pc:graphicFrameChg chg="mod">
          <ac:chgData name="Kelly Asche" userId="e65b4a93-a81a-4939-bbd4-30571e0b07ee" providerId="ADAL" clId="{6625907D-B7F6-054E-AF16-0D8CDDBEB05D}" dt="2023-11-12T16:32:52.828" v="3423" actId="20577"/>
          <ac:graphicFrameMkLst>
            <pc:docMk/>
            <pc:sldMk cId="4216697879" sldId="850"/>
            <ac:graphicFrameMk id="5" creationId="{8ADACF2D-F851-5189-BC92-A58302A2FAB8}"/>
          </ac:graphicFrameMkLst>
        </pc:graphicFrameChg>
      </pc:sldChg>
      <pc:sldChg chg="del">
        <pc:chgData name="Kelly Asche" userId="e65b4a93-a81a-4939-bbd4-30571e0b07ee" providerId="ADAL" clId="{6625907D-B7F6-054E-AF16-0D8CDDBEB05D}" dt="2023-11-11T18:59:05.752" v="340" actId="2696"/>
        <pc:sldMkLst>
          <pc:docMk/>
          <pc:sldMk cId="2097196758" sldId="851"/>
        </pc:sldMkLst>
      </pc:sldChg>
      <pc:sldChg chg="del">
        <pc:chgData name="Kelly Asche" userId="e65b4a93-a81a-4939-bbd4-30571e0b07ee" providerId="ADAL" clId="{6625907D-B7F6-054E-AF16-0D8CDDBEB05D}" dt="2023-11-11T18:59:05.724" v="338" actId="2696"/>
        <pc:sldMkLst>
          <pc:docMk/>
          <pc:sldMk cId="2700164188" sldId="852"/>
        </pc:sldMkLst>
      </pc:sldChg>
      <pc:sldChg chg="del">
        <pc:chgData name="Kelly Asche" userId="e65b4a93-a81a-4939-bbd4-30571e0b07ee" providerId="ADAL" clId="{6625907D-B7F6-054E-AF16-0D8CDDBEB05D}" dt="2023-11-13T16:36:38.939" v="6339" actId="2696"/>
        <pc:sldMkLst>
          <pc:docMk/>
          <pc:sldMk cId="3915533381" sldId="854"/>
        </pc:sldMkLst>
      </pc:sldChg>
      <pc:sldChg chg="del">
        <pc:chgData name="Kelly Asche" userId="e65b4a93-a81a-4939-bbd4-30571e0b07ee" providerId="ADAL" clId="{6625907D-B7F6-054E-AF16-0D8CDDBEB05D}" dt="2023-11-13T16:36:40.411" v="6340" actId="2696"/>
        <pc:sldMkLst>
          <pc:docMk/>
          <pc:sldMk cId="1535279058" sldId="855"/>
        </pc:sldMkLst>
      </pc:sldChg>
      <pc:sldChg chg="del">
        <pc:chgData name="Kelly Asche" userId="e65b4a93-a81a-4939-bbd4-30571e0b07ee" providerId="ADAL" clId="{6625907D-B7F6-054E-AF16-0D8CDDBEB05D}" dt="2023-11-11T18:59:05.728" v="339" actId="2696"/>
        <pc:sldMkLst>
          <pc:docMk/>
          <pc:sldMk cId="1779687401" sldId="856"/>
        </pc:sldMkLst>
      </pc:sldChg>
      <pc:sldChg chg="addSp delSp modSp add del mod">
        <pc:chgData name="Kelly Asche" userId="e65b4a93-a81a-4939-bbd4-30571e0b07ee" providerId="ADAL" clId="{6625907D-B7F6-054E-AF16-0D8CDDBEB05D}" dt="2023-11-14T15:40:36.752" v="8292" actId="1076"/>
        <pc:sldMkLst>
          <pc:docMk/>
          <pc:sldMk cId="2252415704" sldId="857"/>
        </pc:sldMkLst>
        <pc:spChg chg="add mod">
          <ac:chgData name="Kelly Asche" userId="e65b4a93-a81a-4939-bbd4-30571e0b07ee" providerId="ADAL" clId="{6625907D-B7F6-054E-AF16-0D8CDDBEB05D}" dt="2023-11-14T15:40:36.752" v="8292" actId="1076"/>
          <ac:spMkLst>
            <pc:docMk/>
            <pc:sldMk cId="2252415704" sldId="857"/>
            <ac:spMk id="2" creationId="{CF37877D-46D1-2864-3FE2-F10C5356D749}"/>
          </ac:spMkLst>
        </pc:spChg>
        <pc:picChg chg="add del mod">
          <ac:chgData name="Kelly Asche" userId="e65b4a93-a81a-4939-bbd4-30571e0b07ee" providerId="ADAL" clId="{6625907D-B7F6-054E-AF16-0D8CDDBEB05D}" dt="2023-11-14T14:10:34.164" v="8113" actId="478"/>
          <ac:picMkLst>
            <pc:docMk/>
            <pc:sldMk cId="2252415704" sldId="857"/>
            <ac:picMk id="3" creationId="{2A91AA1F-4C39-9423-44AD-A86A45EF52EE}"/>
          </ac:picMkLst>
        </pc:picChg>
        <pc:picChg chg="add mod">
          <ac:chgData name="Kelly Asche" userId="e65b4a93-a81a-4939-bbd4-30571e0b07ee" providerId="ADAL" clId="{6625907D-B7F6-054E-AF16-0D8CDDBEB05D}" dt="2023-11-14T14:11:10.078" v="8117" actId="1076"/>
          <ac:picMkLst>
            <pc:docMk/>
            <pc:sldMk cId="2252415704" sldId="857"/>
            <ac:picMk id="5" creationId="{2C6CDED4-03FD-766F-C97A-E4D909B4E75C}"/>
          </ac:picMkLst>
        </pc:picChg>
        <pc:picChg chg="del">
          <ac:chgData name="Kelly Asche" userId="e65b4a93-a81a-4939-bbd4-30571e0b07ee" providerId="ADAL" clId="{6625907D-B7F6-054E-AF16-0D8CDDBEB05D}" dt="2023-11-11T18:36:07.539" v="58" actId="478"/>
          <ac:picMkLst>
            <pc:docMk/>
            <pc:sldMk cId="2252415704" sldId="857"/>
            <ac:picMk id="12" creationId="{937110F7-1770-B7E7-5B9B-BC3F7D748EF0}"/>
          </ac:picMkLst>
        </pc:picChg>
      </pc:sldChg>
      <pc:sldChg chg="del">
        <pc:chgData name="Kelly Asche" userId="e65b4a93-a81a-4939-bbd4-30571e0b07ee" providerId="ADAL" clId="{6625907D-B7F6-054E-AF16-0D8CDDBEB05D}" dt="2023-11-11T18:59:05.706" v="334" actId="2696"/>
        <pc:sldMkLst>
          <pc:docMk/>
          <pc:sldMk cId="590589419" sldId="858"/>
        </pc:sldMkLst>
      </pc:sldChg>
      <pc:sldChg chg="del">
        <pc:chgData name="Kelly Asche" userId="e65b4a93-a81a-4939-bbd4-30571e0b07ee" providerId="ADAL" clId="{6625907D-B7F6-054E-AF16-0D8CDDBEB05D}" dt="2023-11-11T18:29:58.930" v="0" actId="2696"/>
        <pc:sldMkLst>
          <pc:docMk/>
          <pc:sldMk cId="2364910643" sldId="859"/>
        </pc:sldMkLst>
      </pc:sldChg>
      <pc:sldChg chg="ord">
        <pc:chgData name="Kelly Asche" userId="e65b4a93-a81a-4939-bbd4-30571e0b07ee" providerId="ADAL" clId="{6625907D-B7F6-054E-AF16-0D8CDDBEB05D}" dt="2023-11-12T16:17:42.652" v="2730" actId="20578"/>
        <pc:sldMkLst>
          <pc:docMk/>
          <pc:sldMk cId="1804586308" sldId="860"/>
        </pc:sldMkLst>
      </pc:sldChg>
      <pc:sldChg chg="addSp modSp mod">
        <pc:chgData name="Kelly Asche" userId="e65b4a93-a81a-4939-bbd4-30571e0b07ee" providerId="ADAL" clId="{6625907D-B7F6-054E-AF16-0D8CDDBEB05D}" dt="2023-11-14T15:40:01.671" v="8285" actId="1076"/>
        <pc:sldMkLst>
          <pc:docMk/>
          <pc:sldMk cId="3700219267" sldId="861"/>
        </pc:sldMkLst>
        <pc:spChg chg="add mod">
          <ac:chgData name="Kelly Asche" userId="e65b4a93-a81a-4939-bbd4-30571e0b07ee" providerId="ADAL" clId="{6625907D-B7F6-054E-AF16-0D8CDDBEB05D}" dt="2023-11-14T15:40:01.671" v="8285" actId="1076"/>
          <ac:spMkLst>
            <pc:docMk/>
            <pc:sldMk cId="3700219267" sldId="861"/>
            <ac:spMk id="3" creationId="{C3007C7F-78B3-6FC3-7DB3-5BF425AD9193}"/>
          </ac:spMkLst>
        </pc:spChg>
      </pc:sldChg>
      <pc:sldChg chg="addSp modSp">
        <pc:chgData name="Kelly Asche" userId="e65b4a93-a81a-4939-bbd4-30571e0b07ee" providerId="ADAL" clId="{6625907D-B7F6-054E-AF16-0D8CDDBEB05D}" dt="2023-11-14T15:40:11.324" v="8286"/>
        <pc:sldMkLst>
          <pc:docMk/>
          <pc:sldMk cId="3235802803" sldId="863"/>
        </pc:sldMkLst>
        <pc:spChg chg="add mod">
          <ac:chgData name="Kelly Asche" userId="e65b4a93-a81a-4939-bbd4-30571e0b07ee" providerId="ADAL" clId="{6625907D-B7F6-054E-AF16-0D8CDDBEB05D}" dt="2023-11-14T15:40:11.324" v="8286"/>
          <ac:spMkLst>
            <pc:docMk/>
            <pc:sldMk cId="3235802803" sldId="863"/>
            <ac:spMk id="3" creationId="{9E0CBF9D-F920-3FFC-2090-FF5C653A0B78}"/>
          </ac:spMkLst>
        </pc:spChg>
      </pc:sldChg>
      <pc:sldChg chg="addSp modSp">
        <pc:chgData name="Kelly Asche" userId="e65b4a93-a81a-4939-bbd4-30571e0b07ee" providerId="ADAL" clId="{6625907D-B7F6-054E-AF16-0D8CDDBEB05D}" dt="2023-11-14T15:40:16.156" v="8287"/>
        <pc:sldMkLst>
          <pc:docMk/>
          <pc:sldMk cId="1902490398" sldId="864"/>
        </pc:sldMkLst>
        <pc:spChg chg="add mod">
          <ac:chgData name="Kelly Asche" userId="e65b4a93-a81a-4939-bbd4-30571e0b07ee" providerId="ADAL" clId="{6625907D-B7F6-054E-AF16-0D8CDDBEB05D}" dt="2023-11-14T15:40:16.156" v="8287"/>
          <ac:spMkLst>
            <pc:docMk/>
            <pc:sldMk cId="1902490398" sldId="864"/>
            <ac:spMk id="3" creationId="{06B7409E-49CE-1587-A35A-D7C7AD493187}"/>
          </ac:spMkLst>
        </pc:spChg>
      </pc:sldChg>
      <pc:sldChg chg="del">
        <pc:chgData name="Kelly Asche" userId="e65b4a93-a81a-4939-bbd4-30571e0b07ee" providerId="ADAL" clId="{6625907D-B7F6-054E-AF16-0D8CDDBEB05D}" dt="2023-11-13T15:46:23.068" v="5941" actId="2696"/>
        <pc:sldMkLst>
          <pc:docMk/>
          <pc:sldMk cId="812182598" sldId="869"/>
        </pc:sldMkLst>
      </pc:sldChg>
      <pc:sldChg chg="addSp modSp mod">
        <pc:chgData name="Kelly Asche" userId="e65b4a93-a81a-4939-bbd4-30571e0b07ee" providerId="ADAL" clId="{6625907D-B7F6-054E-AF16-0D8CDDBEB05D}" dt="2023-11-14T15:38:38.687" v="8200" actId="1076"/>
        <pc:sldMkLst>
          <pc:docMk/>
          <pc:sldMk cId="764842986" sldId="873"/>
        </pc:sldMkLst>
        <pc:spChg chg="add mod">
          <ac:chgData name="Kelly Asche" userId="e65b4a93-a81a-4939-bbd4-30571e0b07ee" providerId="ADAL" clId="{6625907D-B7F6-054E-AF16-0D8CDDBEB05D}" dt="2023-11-14T15:38:38.687" v="8200" actId="1076"/>
          <ac:spMkLst>
            <pc:docMk/>
            <pc:sldMk cId="764842986" sldId="873"/>
            <ac:spMk id="2" creationId="{E1D9941D-C627-726C-BD7F-9AA530936C06}"/>
          </ac:spMkLst>
        </pc:spChg>
      </pc:sldChg>
      <pc:sldChg chg="addSp modSp mod">
        <pc:chgData name="Kelly Asche" userId="e65b4a93-a81a-4939-bbd4-30571e0b07ee" providerId="ADAL" clId="{6625907D-B7F6-054E-AF16-0D8CDDBEB05D}" dt="2023-11-14T15:38:47.771" v="8202" actId="1076"/>
        <pc:sldMkLst>
          <pc:docMk/>
          <pc:sldMk cId="13175953" sldId="874"/>
        </pc:sldMkLst>
        <pc:spChg chg="add mod">
          <ac:chgData name="Kelly Asche" userId="e65b4a93-a81a-4939-bbd4-30571e0b07ee" providerId="ADAL" clId="{6625907D-B7F6-054E-AF16-0D8CDDBEB05D}" dt="2023-11-14T15:38:47.771" v="8202" actId="1076"/>
          <ac:spMkLst>
            <pc:docMk/>
            <pc:sldMk cId="13175953" sldId="874"/>
            <ac:spMk id="2" creationId="{959850B7-1109-16F3-179E-42AF40005D62}"/>
          </ac:spMkLst>
        </pc:spChg>
      </pc:sldChg>
      <pc:sldChg chg="addSp delSp modSp mod">
        <pc:chgData name="Kelly Asche" userId="e65b4a93-a81a-4939-bbd4-30571e0b07ee" providerId="ADAL" clId="{6625907D-B7F6-054E-AF16-0D8CDDBEB05D}" dt="2023-11-12T16:15:50.223" v="2728" actId="20577"/>
        <pc:sldMkLst>
          <pc:docMk/>
          <pc:sldMk cId="1144565430" sldId="875"/>
        </pc:sldMkLst>
        <pc:spChg chg="del">
          <ac:chgData name="Kelly Asche" userId="e65b4a93-a81a-4939-bbd4-30571e0b07ee" providerId="ADAL" clId="{6625907D-B7F6-054E-AF16-0D8CDDBEB05D}" dt="2023-11-12T16:13:49.231" v="2613"/>
          <ac:spMkLst>
            <pc:docMk/>
            <pc:sldMk cId="1144565430" sldId="875"/>
            <ac:spMk id="3" creationId="{E902C883-7689-56A7-35CD-2739F561391D}"/>
          </ac:spMkLst>
        </pc:spChg>
        <pc:spChg chg="add mod">
          <ac:chgData name="Kelly Asche" userId="e65b4a93-a81a-4939-bbd4-30571e0b07ee" providerId="ADAL" clId="{6625907D-B7F6-054E-AF16-0D8CDDBEB05D}" dt="2023-11-12T16:15:04.868" v="2636" actId="122"/>
          <ac:spMkLst>
            <pc:docMk/>
            <pc:sldMk cId="1144565430" sldId="875"/>
            <ac:spMk id="5" creationId="{25205583-D58A-D2E5-B646-803621333F30}"/>
          </ac:spMkLst>
        </pc:spChg>
        <pc:spChg chg="add mod">
          <ac:chgData name="Kelly Asche" userId="e65b4a93-a81a-4939-bbd4-30571e0b07ee" providerId="ADAL" clId="{6625907D-B7F6-054E-AF16-0D8CDDBEB05D}" dt="2023-11-12T16:15:16.125" v="2666" actId="20577"/>
          <ac:spMkLst>
            <pc:docMk/>
            <pc:sldMk cId="1144565430" sldId="875"/>
            <ac:spMk id="6" creationId="{EEAC18B3-B8A8-E805-E9D0-F5B561F2CE81}"/>
          </ac:spMkLst>
        </pc:spChg>
        <pc:spChg chg="add mod">
          <ac:chgData name="Kelly Asche" userId="e65b4a93-a81a-4939-bbd4-30571e0b07ee" providerId="ADAL" clId="{6625907D-B7F6-054E-AF16-0D8CDDBEB05D}" dt="2023-11-12T16:15:34.664" v="2697" actId="20577"/>
          <ac:spMkLst>
            <pc:docMk/>
            <pc:sldMk cId="1144565430" sldId="875"/>
            <ac:spMk id="7" creationId="{772E37FF-1E67-3CAD-0965-D2CEB4BA4183}"/>
          </ac:spMkLst>
        </pc:spChg>
        <pc:spChg chg="add mod">
          <ac:chgData name="Kelly Asche" userId="e65b4a93-a81a-4939-bbd4-30571e0b07ee" providerId="ADAL" clId="{6625907D-B7F6-054E-AF16-0D8CDDBEB05D}" dt="2023-11-12T16:15:50.223" v="2728" actId="20577"/>
          <ac:spMkLst>
            <pc:docMk/>
            <pc:sldMk cId="1144565430" sldId="875"/>
            <ac:spMk id="8" creationId="{DDEF5019-09B5-6544-6F23-1D9C664A8DDA}"/>
          </ac:spMkLst>
        </pc:spChg>
        <pc:picChg chg="add mod">
          <ac:chgData name="Kelly Asche" userId="e65b4a93-a81a-4939-bbd4-30571e0b07ee" providerId="ADAL" clId="{6625907D-B7F6-054E-AF16-0D8CDDBEB05D}" dt="2023-11-12T16:14:43.101" v="2624" actId="1076"/>
          <ac:picMkLst>
            <pc:docMk/>
            <pc:sldMk cId="1144565430" sldId="875"/>
            <ac:picMk id="1026" creationId="{1E339078-F79F-E714-999D-61F102483BB2}"/>
          </ac:picMkLst>
        </pc:picChg>
        <pc:picChg chg="add mod">
          <ac:chgData name="Kelly Asche" userId="e65b4a93-a81a-4939-bbd4-30571e0b07ee" providerId="ADAL" clId="{6625907D-B7F6-054E-AF16-0D8CDDBEB05D}" dt="2023-11-12T16:14:10.133" v="2618" actId="1076"/>
          <ac:picMkLst>
            <pc:docMk/>
            <pc:sldMk cId="1144565430" sldId="875"/>
            <ac:picMk id="1028" creationId="{802B675D-E440-131D-92E4-7E41F962A811}"/>
          </ac:picMkLst>
        </pc:picChg>
        <pc:picChg chg="add mod">
          <ac:chgData name="Kelly Asche" userId="e65b4a93-a81a-4939-bbd4-30571e0b07ee" providerId="ADAL" clId="{6625907D-B7F6-054E-AF16-0D8CDDBEB05D}" dt="2023-11-12T16:14:47.518" v="2626" actId="1076"/>
          <ac:picMkLst>
            <pc:docMk/>
            <pc:sldMk cId="1144565430" sldId="875"/>
            <ac:picMk id="1030" creationId="{30C30943-1254-9DDB-E2F8-9597FEB8D56F}"/>
          </ac:picMkLst>
        </pc:picChg>
        <pc:picChg chg="add mod">
          <ac:chgData name="Kelly Asche" userId="e65b4a93-a81a-4939-bbd4-30571e0b07ee" providerId="ADAL" clId="{6625907D-B7F6-054E-AF16-0D8CDDBEB05D}" dt="2023-11-12T16:14:45.468" v="2625" actId="1076"/>
          <ac:picMkLst>
            <pc:docMk/>
            <pc:sldMk cId="1144565430" sldId="875"/>
            <ac:picMk id="1032" creationId="{F6B7B319-CD2F-F2B4-5A3B-B06CA6F25DD1}"/>
          </ac:picMkLst>
        </pc:picChg>
      </pc:sldChg>
      <pc:sldChg chg="modSp mod">
        <pc:chgData name="Kelly Asche" userId="e65b4a93-a81a-4939-bbd4-30571e0b07ee" providerId="ADAL" clId="{6625907D-B7F6-054E-AF16-0D8CDDBEB05D}" dt="2023-11-14T14:04:09.888" v="8112" actId="1036"/>
        <pc:sldMkLst>
          <pc:docMk/>
          <pc:sldMk cId="234782523" sldId="876"/>
        </pc:sldMkLst>
        <pc:spChg chg="mod">
          <ac:chgData name="Kelly Asche" userId="e65b4a93-a81a-4939-bbd4-30571e0b07ee" providerId="ADAL" clId="{6625907D-B7F6-054E-AF16-0D8CDDBEB05D}" dt="2023-11-11T18:30:46.453" v="53" actId="20577"/>
          <ac:spMkLst>
            <pc:docMk/>
            <pc:sldMk cId="234782523" sldId="876"/>
            <ac:spMk id="2" creationId="{58E11B22-F868-F157-05DC-9409E8A48A96}"/>
          </ac:spMkLst>
        </pc:spChg>
        <pc:spChg chg="mod">
          <ac:chgData name="Kelly Asche" userId="e65b4a93-a81a-4939-bbd4-30571e0b07ee" providerId="ADAL" clId="{6625907D-B7F6-054E-AF16-0D8CDDBEB05D}" dt="2023-11-14T14:03:21.023" v="8111" actId="20577"/>
          <ac:spMkLst>
            <pc:docMk/>
            <pc:sldMk cId="234782523" sldId="876"/>
            <ac:spMk id="3" creationId="{E9DE0B2E-60C9-D198-E66B-24D4C5DEC4C7}"/>
          </ac:spMkLst>
        </pc:spChg>
        <pc:picChg chg="mod">
          <ac:chgData name="Kelly Asche" userId="e65b4a93-a81a-4939-bbd4-30571e0b07ee" providerId="ADAL" clId="{6625907D-B7F6-054E-AF16-0D8CDDBEB05D}" dt="2023-11-14T14:04:09.888" v="8112" actId="1036"/>
          <ac:picMkLst>
            <pc:docMk/>
            <pc:sldMk cId="234782523" sldId="876"/>
            <ac:picMk id="6" creationId="{B746AF8E-8DE8-030B-DAB2-A64EBB00AA49}"/>
          </ac:picMkLst>
        </pc:picChg>
      </pc:sldChg>
      <pc:sldChg chg="addSp modSp mod">
        <pc:chgData name="Kelly Asche" userId="e65b4a93-a81a-4939-bbd4-30571e0b07ee" providerId="ADAL" clId="{6625907D-B7F6-054E-AF16-0D8CDDBEB05D}" dt="2023-11-14T15:40:27.869" v="8290" actId="1076"/>
        <pc:sldMkLst>
          <pc:docMk/>
          <pc:sldMk cId="625231525" sldId="879"/>
        </pc:sldMkLst>
        <pc:spChg chg="add mod">
          <ac:chgData name="Kelly Asche" userId="e65b4a93-a81a-4939-bbd4-30571e0b07ee" providerId="ADAL" clId="{6625907D-B7F6-054E-AF16-0D8CDDBEB05D}" dt="2023-11-14T15:40:27.869" v="8290" actId="1076"/>
          <ac:spMkLst>
            <pc:docMk/>
            <pc:sldMk cId="625231525" sldId="879"/>
            <ac:spMk id="3" creationId="{765CCFBA-2939-4862-63D3-0E47B7019018}"/>
          </ac:spMkLst>
        </pc:spChg>
      </pc:sldChg>
      <pc:sldChg chg="addSp delSp modSp mod setBg">
        <pc:chgData name="Kelly Asche" userId="e65b4a93-a81a-4939-bbd4-30571e0b07ee" providerId="ADAL" clId="{6625907D-B7F6-054E-AF16-0D8CDDBEB05D}" dt="2023-11-14T15:40:43.820" v="8294" actId="1076"/>
        <pc:sldMkLst>
          <pc:docMk/>
          <pc:sldMk cId="3893635855" sldId="881"/>
        </pc:sldMkLst>
        <pc:spChg chg="mod">
          <ac:chgData name="Kelly Asche" userId="e65b4a93-a81a-4939-bbd4-30571e0b07ee" providerId="ADAL" clId="{6625907D-B7F6-054E-AF16-0D8CDDBEB05D}" dt="2023-11-11T18:40:29.900" v="106" actId="20577"/>
          <ac:spMkLst>
            <pc:docMk/>
            <pc:sldMk cId="3893635855" sldId="881"/>
            <ac:spMk id="2" creationId="{60114D9F-881D-4F49-B2FB-F71D36B3CC46}"/>
          </ac:spMkLst>
        </pc:spChg>
        <pc:spChg chg="add mod">
          <ac:chgData name="Kelly Asche" userId="e65b4a93-a81a-4939-bbd4-30571e0b07ee" providerId="ADAL" clId="{6625907D-B7F6-054E-AF16-0D8CDDBEB05D}" dt="2023-11-14T15:40:43.820" v="8294" actId="1076"/>
          <ac:spMkLst>
            <pc:docMk/>
            <pc:sldMk cId="3893635855" sldId="881"/>
            <ac:spMk id="3" creationId="{4D8972C4-2B4A-1810-298E-EA354172C7A0}"/>
          </ac:spMkLst>
        </pc:spChg>
        <pc:spChg chg="del">
          <ac:chgData name="Kelly Asche" userId="e65b4a93-a81a-4939-bbd4-30571e0b07ee" providerId="ADAL" clId="{6625907D-B7F6-054E-AF16-0D8CDDBEB05D}" dt="2023-11-11T18:38:52.308" v="66" actId="931"/>
          <ac:spMkLst>
            <pc:docMk/>
            <pc:sldMk cId="3893635855" sldId="881"/>
            <ac:spMk id="3" creationId="{8010D99F-2CC4-5751-1565-959B35E653E5}"/>
          </ac:spMkLst>
        </pc:spChg>
        <pc:spChg chg="mod ord">
          <ac:chgData name="Kelly Asche" userId="e65b4a93-a81a-4939-bbd4-30571e0b07ee" providerId="ADAL" clId="{6625907D-B7F6-054E-AF16-0D8CDDBEB05D}" dt="2023-11-11T18:39:47.355" v="69" actId="26606"/>
          <ac:spMkLst>
            <pc:docMk/>
            <pc:sldMk cId="3893635855" sldId="881"/>
            <ac:spMk id="4" creationId="{E3031D43-6D1D-2900-C26D-7DDBC6224C32}"/>
          </ac:spMkLst>
        </pc:spChg>
        <pc:spChg chg="add del mod">
          <ac:chgData name="Kelly Asche" userId="e65b4a93-a81a-4939-bbd4-30571e0b07ee" providerId="ADAL" clId="{6625907D-B7F6-054E-AF16-0D8CDDBEB05D}" dt="2023-11-11T18:39:42.908" v="68" actId="931"/>
          <ac:spMkLst>
            <pc:docMk/>
            <pc:sldMk cId="3893635855" sldId="881"/>
            <ac:spMk id="8" creationId="{C179EA53-FDE5-9849-269F-81D1CBFFB937}"/>
          </ac:spMkLst>
        </pc:spChg>
        <pc:spChg chg="add del mod">
          <ac:chgData name="Kelly Asche" userId="e65b4a93-a81a-4939-bbd4-30571e0b07ee" providerId="ADAL" clId="{6625907D-B7F6-054E-AF16-0D8CDDBEB05D}" dt="2023-11-11T18:40:08.245" v="72" actId="931"/>
          <ac:spMkLst>
            <pc:docMk/>
            <pc:sldMk cId="3893635855" sldId="881"/>
            <ac:spMk id="12" creationId="{0717C66F-2129-FC4C-D7D3-E0FDD6C65D30}"/>
          </ac:spMkLst>
        </pc:spChg>
        <pc:spChg chg="add">
          <ac:chgData name="Kelly Asche" userId="e65b4a93-a81a-4939-bbd4-30571e0b07ee" providerId="ADAL" clId="{6625907D-B7F6-054E-AF16-0D8CDDBEB05D}" dt="2023-11-11T18:39:47.355" v="69" actId="26606"/>
          <ac:spMkLst>
            <pc:docMk/>
            <pc:sldMk cId="3893635855" sldId="881"/>
            <ac:spMk id="15" creationId="{4E4490D0-3672-446A-AC12-B4830333BDDD}"/>
          </ac:spMkLst>
        </pc:spChg>
        <pc:spChg chg="add">
          <ac:chgData name="Kelly Asche" userId="e65b4a93-a81a-4939-bbd4-30571e0b07ee" providerId="ADAL" clId="{6625907D-B7F6-054E-AF16-0D8CDDBEB05D}" dt="2023-11-11T18:39:47.355" v="69" actId="26606"/>
          <ac:spMkLst>
            <pc:docMk/>
            <pc:sldMk cId="3893635855" sldId="881"/>
            <ac:spMk id="17" creationId="{39CB82C2-DF65-4EC1-8280-F201D50F570B}"/>
          </ac:spMkLst>
        </pc:spChg>
        <pc:spChg chg="add">
          <ac:chgData name="Kelly Asche" userId="e65b4a93-a81a-4939-bbd4-30571e0b07ee" providerId="ADAL" clId="{6625907D-B7F6-054E-AF16-0D8CDDBEB05D}" dt="2023-11-11T18:39:47.355" v="69" actId="26606"/>
          <ac:spMkLst>
            <pc:docMk/>
            <pc:sldMk cId="3893635855" sldId="881"/>
            <ac:spMk id="21" creationId="{FA4CD5CB-D209-4D70-8CA4-629731C59219}"/>
          </ac:spMkLst>
        </pc:spChg>
        <pc:spChg chg="add">
          <ac:chgData name="Kelly Asche" userId="e65b4a93-a81a-4939-bbd4-30571e0b07ee" providerId="ADAL" clId="{6625907D-B7F6-054E-AF16-0D8CDDBEB05D}" dt="2023-11-11T18:39:47.355" v="69" actId="26606"/>
          <ac:spMkLst>
            <pc:docMk/>
            <pc:sldMk cId="3893635855" sldId="881"/>
            <ac:spMk id="25" creationId="{B4C27B90-DF2B-4D00-BA07-18ED774CD2F1}"/>
          </ac:spMkLst>
        </pc:spChg>
        <pc:spChg chg="add">
          <ac:chgData name="Kelly Asche" userId="e65b4a93-a81a-4939-bbd4-30571e0b07ee" providerId="ADAL" clId="{6625907D-B7F6-054E-AF16-0D8CDDBEB05D}" dt="2023-11-11T18:39:47.355" v="69" actId="26606"/>
          <ac:spMkLst>
            <pc:docMk/>
            <pc:sldMk cId="3893635855" sldId="881"/>
            <ac:spMk id="27" creationId="{593ACC25-C262-417A-8AA9-0641C772BDB6}"/>
          </ac:spMkLst>
        </pc:spChg>
        <pc:picChg chg="add del mod">
          <ac:chgData name="Kelly Asche" userId="e65b4a93-a81a-4939-bbd4-30571e0b07ee" providerId="ADAL" clId="{6625907D-B7F6-054E-AF16-0D8CDDBEB05D}" dt="2023-11-11T18:39:38.518" v="67" actId="478"/>
          <ac:picMkLst>
            <pc:docMk/>
            <pc:sldMk cId="3893635855" sldId="881"/>
            <ac:picMk id="6" creationId="{1A1AF63A-8E8A-92D0-A583-1856DA1D3E40}"/>
          </ac:picMkLst>
        </pc:picChg>
        <pc:picChg chg="add del mod">
          <ac:chgData name="Kelly Asche" userId="e65b4a93-a81a-4939-bbd4-30571e0b07ee" providerId="ADAL" clId="{6625907D-B7F6-054E-AF16-0D8CDDBEB05D}" dt="2023-11-11T18:40:01.294" v="71" actId="478"/>
          <ac:picMkLst>
            <pc:docMk/>
            <pc:sldMk cId="3893635855" sldId="881"/>
            <ac:picMk id="10" creationId="{E7CFE569-4A4C-4ED6-08E5-60288C5857A0}"/>
          </ac:picMkLst>
        </pc:picChg>
        <pc:picChg chg="add mod">
          <ac:chgData name="Kelly Asche" userId="e65b4a93-a81a-4939-bbd4-30571e0b07ee" providerId="ADAL" clId="{6625907D-B7F6-054E-AF16-0D8CDDBEB05D}" dt="2023-11-11T18:40:15.188" v="75" actId="1076"/>
          <ac:picMkLst>
            <pc:docMk/>
            <pc:sldMk cId="3893635855" sldId="881"/>
            <ac:picMk id="14" creationId="{84B9FEF7-1282-9430-C104-9D550D567818}"/>
          </ac:picMkLst>
        </pc:picChg>
        <pc:cxnChg chg="add">
          <ac:chgData name="Kelly Asche" userId="e65b4a93-a81a-4939-bbd4-30571e0b07ee" providerId="ADAL" clId="{6625907D-B7F6-054E-AF16-0D8CDDBEB05D}" dt="2023-11-11T18:39:47.355" v="69" actId="26606"/>
          <ac:cxnSpMkLst>
            <pc:docMk/>
            <pc:sldMk cId="3893635855" sldId="881"/>
            <ac:cxnSpMk id="19" creationId="{7E1D4427-852B-4B37-8E76-0E9F1810BA2A}"/>
          </ac:cxnSpMkLst>
        </pc:cxnChg>
        <pc:cxnChg chg="add">
          <ac:chgData name="Kelly Asche" userId="e65b4a93-a81a-4939-bbd4-30571e0b07ee" providerId="ADAL" clId="{6625907D-B7F6-054E-AF16-0D8CDDBEB05D}" dt="2023-11-11T18:39:47.355" v="69" actId="26606"/>
          <ac:cxnSpMkLst>
            <pc:docMk/>
            <pc:sldMk cId="3893635855" sldId="881"/>
            <ac:cxnSpMk id="23" creationId="{5C6A2BAE-B461-4B55-8E1F-0722ABDD1393}"/>
          </ac:cxnSpMkLst>
        </pc:cxnChg>
      </pc:sldChg>
      <pc:sldChg chg="addSp delSp modSp new del mod setBg modClrScheme delDesignElem chgLayout">
        <pc:chgData name="Kelly Asche" userId="e65b4a93-a81a-4939-bbd4-30571e0b07ee" providerId="ADAL" clId="{6625907D-B7F6-054E-AF16-0D8CDDBEB05D}" dt="2023-11-12T16:32:35.677" v="3399" actId="2696"/>
        <pc:sldMkLst>
          <pc:docMk/>
          <pc:sldMk cId="4094800380" sldId="882"/>
        </pc:sldMkLst>
        <pc:spChg chg="del mod ord">
          <ac:chgData name="Kelly Asche" userId="e65b4a93-a81a-4939-bbd4-30571e0b07ee" providerId="ADAL" clId="{6625907D-B7F6-054E-AF16-0D8CDDBEB05D}" dt="2023-11-11T18:46:25.201" v="108" actId="700"/>
          <ac:spMkLst>
            <pc:docMk/>
            <pc:sldMk cId="4094800380" sldId="882"/>
            <ac:spMk id="2" creationId="{04BAAB27-68BB-0CE6-8AD6-D9163D7BE72D}"/>
          </ac:spMkLst>
        </pc:spChg>
        <pc:spChg chg="del mod ord">
          <ac:chgData name="Kelly Asche" userId="e65b4a93-a81a-4939-bbd4-30571e0b07ee" providerId="ADAL" clId="{6625907D-B7F6-054E-AF16-0D8CDDBEB05D}" dt="2023-11-11T18:46:25.201" v="108" actId="700"/>
          <ac:spMkLst>
            <pc:docMk/>
            <pc:sldMk cId="4094800380" sldId="882"/>
            <ac:spMk id="3" creationId="{A8C75C47-B0A8-8728-FA26-A15E1C2F4966}"/>
          </ac:spMkLst>
        </pc:spChg>
        <pc:spChg chg="mod ord">
          <ac:chgData name="Kelly Asche" userId="e65b4a93-a81a-4939-bbd4-30571e0b07ee" providerId="ADAL" clId="{6625907D-B7F6-054E-AF16-0D8CDDBEB05D}" dt="2023-11-11T18:52:24.238" v="170" actId="700"/>
          <ac:spMkLst>
            <pc:docMk/>
            <pc:sldMk cId="4094800380" sldId="882"/>
            <ac:spMk id="4" creationId="{D73CCA41-B72A-9A14-B6CC-A9777465698E}"/>
          </ac:spMkLst>
        </pc:spChg>
        <pc:spChg chg="add mod ord">
          <ac:chgData name="Kelly Asche" userId="e65b4a93-a81a-4939-bbd4-30571e0b07ee" providerId="ADAL" clId="{6625907D-B7F6-054E-AF16-0D8CDDBEB05D}" dt="2023-11-11T18:52:58.023" v="174" actId="1076"/>
          <ac:spMkLst>
            <pc:docMk/>
            <pc:sldMk cId="4094800380" sldId="882"/>
            <ac:spMk id="5" creationId="{88833BCB-3161-2030-50DD-3AD1B1C5B5D4}"/>
          </ac:spMkLst>
        </pc:spChg>
        <pc:spChg chg="add del mod ord">
          <ac:chgData name="Kelly Asche" userId="e65b4a93-a81a-4939-bbd4-30571e0b07ee" providerId="ADAL" clId="{6625907D-B7F6-054E-AF16-0D8CDDBEB05D}" dt="2023-11-11T18:46:50.002" v="144" actId="931"/>
          <ac:spMkLst>
            <pc:docMk/>
            <pc:sldMk cId="4094800380" sldId="882"/>
            <ac:spMk id="6" creationId="{03F046F0-E107-46D1-8209-CE42BD938E07}"/>
          </ac:spMkLst>
        </pc:spChg>
        <pc:spChg chg="add del mod ord">
          <ac:chgData name="Kelly Asche" userId="e65b4a93-a81a-4939-bbd4-30571e0b07ee" providerId="ADAL" clId="{6625907D-B7F6-054E-AF16-0D8CDDBEB05D}" dt="2023-11-11T18:47:09.079" v="145" actId="931"/>
          <ac:spMkLst>
            <pc:docMk/>
            <pc:sldMk cId="4094800380" sldId="882"/>
            <ac:spMk id="7" creationId="{C297C318-2139-E2F7-C40D-01AA928067A3}"/>
          </ac:spMkLst>
        </pc:spChg>
        <pc:spChg chg="add del mod">
          <ac:chgData name="Kelly Asche" userId="e65b4a93-a81a-4939-bbd4-30571e0b07ee" providerId="ADAL" clId="{6625907D-B7F6-054E-AF16-0D8CDDBEB05D}" dt="2023-11-11T18:47:42.373" v="151" actId="931"/>
          <ac:spMkLst>
            <pc:docMk/>
            <pc:sldMk cId="4094800380" sldId="882"/>
            <ac:spMk id="13" creationId="{0D6F8B80-BC3B-6DA6-D260-2C52E07EC1DB}"/>
          </ac:spMkLst>
        </pc:spChg>
        <pc:spChg chg="add del">
          <ac:chgData name="Kelly Asche" userId="e65b4a93-a81a-4939-bbd4-30571e0b07ee" providerId="ADAL" clId="{6625907D-B7F6-054E-AF16-0D8CDDBEB05D}" dt="2023-11-11T18:52:24.238" v="170" actId="700"/>
          <ac:spMkLst>
            <pc:docMk/>
            <pc:sldMk cId="4094800380" sldId="882"/>
            <ac:spMk id="16" creationId="{BB2B8762-61F0-4F1B-9364-D633EE9D6AF5}"/>
          </ac:spMkLst>
        </pc:spChg>
        <pc:spChg chg="add del">
          <ac:chgData name="Kelly Asche" userId="e65b4a93-a81a-4939-bbd4-30571e0b07ee" providerId="ADAL" clId="{6625907D-B7F6-054E-AF16-0D8CDDBEB05D}" dt="2023-11-11T18:52:24.238" v="170" actId="700"/>
          <ac:spMkLst>
            <pc:docMk/>
            <pc:sldMk cId="4094800380" sldId="882"/>
            <ac:spMk id="18" creationId="{E97675C8-1328-460C-9EBF-6B446B67EAD3}"/>
          </ac:spMkLst>
        </pc:spChg>
        <pc:spChg chg="add del mod">
          <ac:chgData name="Kelly Asche" userId="e65b4a93-a81a-4939-bbd4-30571e0b07ee" providerId="ADAL" clId="{6625907D-B7F6-054E-AF16-0D8CDDBEB05D}" dt="2023-11-11T18:48:03.538" v="156" actId="931"/>
          <ac:spMkLst>
            <pc:docMk/>
            <pc:sldMk cId="4094800380" sldId="882"/>
            <ac:spMk id="19" creationId="{FE9DB584-4617-AB8A-23EC-FC898518ECC5}"/>
          </ac:spMkLst>
        </pc:spChg>
        <pc:spChg chg="add del">
          <ac:chgData name="Kelly Asche" userId="e65b4a93-a81a-4939-bbd4-30571e0b07ee" providerId="ADAL" clId="{6625907D-B7F6-054E-AF16-0D8CDDBEB05D}" dt="2023-11-11T18:52:24.238" v="170" actId="700"/>
          <ac:spMkLst>
            <pc:docMk/>
            <pc:sldMk cId="4094800380" sldId="882"/>
            <ac:spMk id="22" creationId="{C6417104-D4C1-4710-9982-2154A7F48492}"/>
          </ac:spMkLst>
        </pc:spChg>
        <pc:spChg chg="add del">
          <ac:chgData name="Kelly Asche" userId="e65b4a93-a81a-4939-bbd4-30571e0b07ee" providerId="ADAL" clId="{6625907D-B7F6-054E-AF16-0D8CDDBEB05D}" dt="2023-11-11T18:52:24.238" v="170" actId="700"/>
          <ac:spMkLst>
            <pc:docMk/>
            <pc:sldMk cId="4094800380" sldId="882"/>
            <ac:spMk id="24" creationId="{626F1402-2DEC-4071-84AF-350C7BF00D43}"/>
          </ac:spMkLst>
        </pc:spChg>
        <pc:spChg chg="add del mod">
          <ac:chgData name="Kelly Asche" userId="e65b4a93-a81a-4939-bbd4-30571e0b07ee" providerId="ADAL" clId="{6625907D-B7F6-054E-AF16-0D8CDDBEB05D}" dt="2023-11-11T18:49:19.701" v="161" actId="931"/>
          <ac:spMkLst>
            <pc:docMk/>
            <pc:sldMk cId="4094800380" sldId="882"/>
            <ac:spMk id="27" creationId="{F6AFB511-8839-698D-5A2C-DF6BD0547AC8}"/>
          </ac:spMkLst>
        </pc:spChg>
        <pc:spChg chg="add del">
          <ac:chgData name="Kelly Asche" userId="e65b4a93-a81a-4939-bbd4-30571e0b07ee" providerId="ADAL" clId="{6625907D-B7F6-054E-AF16-0D8CDDBEB05D}" dt="2023-11-11T18:52:24.238" v="170" actId="700"/>
          <ac:spMkLst>
            <pc:docMk/>
            <pc:sldMk cId="4094800380" sldId="882"/>
            <ac:spMk id="28" creationId="{DA52A394-10F4-4AA5-90E4-634D1E919DBA}"/>
          </ac:spMkLst>
        </pc:spChg>
        <pc:spChg chg="add del">
          <ac:chgData name="Kelly Asche" userId="e65b4a93-a81a-4939-bbd4-30571e0b07ee" providerId="ADAL" clId="{6625907D-B7F6-054E-AF16-0D8CDDBEB05D}" dt="2023-11-11T18:52:24.238" v="170" actId="700"/>
          <ac:spMkLst>
            <pc:docMk/>
            <pc:sldMk cId="4094800380" sldId="882"/>
            <ac:spMk id="30" creationId="{07BDDC51-8BB2-42BE-8EA8-39B3E9AC1EF6}"/>
          </ac:spMkLst>
        </pc:spChg>
        <pc:spChg chg="add del mod">
          <ac:chgData name="Kelly Asche" userId="e65b4a93-a81a-4939-bbd4-30571e0b07ee" providerId="ADAL" clId="{6625907D-B7F6-054E-AF16-0D8CDDBEB05D}" dt="2023-11-11T18:52:13.140" v="166" actId="931"/>
          <ac:spMkLst>
            <pc:docMk/>
            <pc:sldMk cId="4094800380" sldId="882"/>
            <ac:spMk id="33" creationId="{14CF32B1-EEA8-2B98-EB6E-CAAE8C8EBC10}"/>
          </ac:spMkLst>
        </pc:spChg>
        <pc:picChg chg="add del mod ord">
          <ac:chgData name="Kelly Asche" userId="e65b4a93-a81a-4939-bbd4-30571e0b07ee" providerId="ADAL" clId="{6625907D-B7F6-054E-AF16-0D8CDDBEB05D}" dt="2023-11-11T18:52:32.507" v="173" actId="478"/>
          <ac:picMkLst>
            <pc:docMk/>
            <pc:sldMk cId="4094800380" sldId="882"/>
            <ac:picMk id="9" creationId="{DDC0ED6E-85A9-4091-D537-1E91B02697DE}"/>
          </ac:picMkLst>
        </pc:picChg>
        <pc:picChg chg="add del mod">
          <ac:chgData name="Kelly Asche" userId="e65b4a93-a81a-4939-bbd4-30571e0b07ee" providerId="ADAL" clId="{6625907D-B7F6-054E-AF16-0D8CDDBEB05D}" dt="2023-11-11T18:47:36.239" v="150" actId="478"/>
          <ac:picMkLst>
            <pc:docMk/>
            <pc:sldMk cId="4094800380" sldId="882"/>
            <ac:picMk id="11" creationId="{3ABC25AA-08B6-268E-6E1F-D54D2250DA9D}"/>
          </ac:picMkLst>
        </pc:picChg>
        <pc:picChg chg="add del mod">
          <ac:chgData name="Kelly Asche" userId="e65b4a93-a81a-4939-bbd4-30571e0b07ee" providerId="ADAL" clId="{6625907D-B7F6-054E-AF16-0D8CDDBEB05D}" dt="2023-11-11T18:47:54.421" v="155" actId="478"/>
          <ac:picMkLst>
            <pc:docMk/>
            <pc:sldMk cId="4094800380" sldId="882"/>
            <ac:picMk id="15" creationId="{0A6CDDF2-6DF3-CF91-9043-88EDB9407E78}"/>
          </ac:picMkLst>
        </pc:picChg>
        <pc:picChg chg="add del mod">
          <ac:chgData name="Kelly Asche" userId="e65b4a93-a81a-4939-bbd4-30571e0b07ee" providerId="ADAL" clId="{6625907D-B7F6-054E-AF16-0D8CDDBEB05D}" dt="2023-11-11T18:48:16.513" v="160" actId="478"/>
          <ac:picMkLst>
            <pc:docMk/>
            <pc:sldMk cId="4094800380" sldId="882"/>
            <ac:picMk id="23" creationId="{D36EA05D-E42F-EFDD-8520-AB1B09548F83}"/>
          </ac:picMkLst>
        </pc:picChg>
        <pc:picChg chg="add del mod">
          <ac:chgData name="Kelly Asche" userId="e65b4a93-a81a-4939-bbd4-30571e0b07ee" providerId="ADAL" clId="{6625907D-B7F6-054E-AF16-0D8CDDBEB05D}" dt="2023-11-11T18:50:10.850" v="165" actId="478"/>
          <ac:picMkLst>
            <pc:docMk/>
            <pc:sldMk cId="4094800380" sldId="882"/>
            <ac:picMk id="31" creationId="{38B50481-4E38-3483-3E4B-B3F72883C4D9}"/>
          </ac:picMkLst>
        </pc:picChg>
        <pc:picChg chg="add mod ord">
          <ac:chgData name="Kelly Asche" userId="e65b4a93-a81a-4939-bbd4-30571e0b07ee" providerId="ADAL" clId="{6625907D-B7F6-054E-AF16-0D8CDDBEB05D}" dt="2023-11-11T18:53:02.139" v="175" actId="1076"/>
          <ac:picMkLst>
            <pc:docMk/>
            <pc:sldMk cId="4094800380" sldId="882"/>
            <ac:picMk id="35" creationId="{8788594C-1A7F-F612-B6BA-526E6CB22115}"/>
          </ac:picMkLst>
        </pc:picChg>
        <pc:picChg chg="add del mod">
          <ac:chgData name="Kelly Asche" userId="e65b4a93-a81a-4939-bbd4-30571e0b07ee" providerId="ADAL" clId="{6625907D-B7F6-054E-AF16-0D8CDDBEB05D}" dt="2023-11-11T18:55:11.055" v="180" actId="478"/>
          <ac:picMkLst>
            <pc:docMk/>
            <pc:sldMk cId="4094800380" sldId="882"/>
            <ac:picMk id="37" creationId="{E707EE39-B81A-EB57-E444-C3C17F72E5F4}"/>
          </ac:picMkLst>
        </pc:picChg>
        <pc:picChg chg="add del mod">
          <ac:chgData name="Kelly Asche" userId="e65b4a93-a81a-4939-bbd4-30571e0b07ee" providerId="ADAL" clId="{6625907D-B7F6-054E-AF16-0D8CDDBEB05D}" dt="2023-11-11T18:55:26.493" v="183" actId="478"/>
          <ac:picMkLst>
            <pc:docMk/>
            <pc:sldMk cId="4094800380" sldId="882"/>
            <ac:picMk id="39" creationId="{E315751A-589E-ACC4-4F82-B498D5A72995}"/>
          </ac:picMkLst>
        </pc:picChg>
        <pc:picChg chg="add mod">
          <ac:chgData name="Kelly Asche" userId="e65b4a93-a81a-4939-bbd4-30571e0b07ee" providerId="ADAL" clId="{6625907D-B7F6-054E-AF16-0D8CDDBEB05D}" dt="2023-11-11T18:55:35.669" v="186" actId="1076"/>
          <ac:picMkLst>
            <pc:docMk/>
            <pc:sldMk cId="4094800380" sldId="882"/>
            <ac:picMk id="41" creationId="{BBDA73DB-47DE-79B4-2975-110DCC9A2E3D}"/>
          </ac:picMkLst>
        </pc:picChg>
        <pc:cxnChg chg="add del">
          <ac:chgData name="Kelly Asche" userId="e65b4a93-a81a-4939-bbd4-30571e0b07ee" providerId="ADAL" clId="{6625907D-B7F6-054E-AF16-0D8CDDBEB05D}" dt="2023-11-11T18:52:24.238" v="170" actId="700"/>
          <ac:cxnSpMkLst>
            <pc:docMk/>
            <pc:sldMk cId="4094800380" sldId="882"/>
            <ac:cxnSpMk id="20" creationId="{514EE78B-AF71-4195-A01B-F1165D9233BF}"/>
          </ac:cxnSpMkLst>
        </pc:cxnChg>
        <pc:cxnChg chg="add del">
          <ac:chgData name="Kelly Asche" userId="e65b4a93-a81a-4939-bbd4-30571e0b07ee" providerId="ADAL" clId="{6625907D-B7F6-054E-AF16-0D8CDDBEB05D}" dt="2023-11-11T18:52:24.238" v="170" actId="700"/>
          <ac:cxnSpMkLst>
            <pc:docMk/>
            <pc:sldMk cId="4094800380" sldId="882"/>
            <ac:cxnSpMk id="26" creationId="{04733B62-1719-4677-A612-CA0AC0AD7482}"/>
          </ac:cxnSpMkLst>
        </pc:cxnChg>
      </pc:sldChg>
      <pc:sldChg chg="addSp delSp add del setBg delDesignElem">
        <pc:chgData name="Kelly Asche" userId="e65b4a93-a81a-4939-bbd4-30571e0b07ee" providerId="ADAL" clId="{6625907D-B7F6-054E-AF16-0D8CDDBEB05D}" dt="2023-11-11T18:58:04.203" v="189"/>
        <pc:sldMkLst>
          <pc:docMk/>
          <pc:sldMk cId="354261756" sldId="883"/>
        </pc:sldMkLst>
        <pc:spChg chg="add del">
          <ac:chgData name="Kelly Asche" userId="e65b4a93-a81a-4939-bbd4-30571e0b07ee" providerId="ADAL" clId="{6625907D-B7F6-054E-AF16-0D8CDDBEB05D}" dt="2023-11-11T18:58:04.203" v="189"/>
          <ac:spMkLst>
            <pc:docMk/>
            <pc:sldMk cId="354261756" sldId="883"/>
            <ac:spMk id="9" creationId="{52C0B2E1-0268-42EC-ABD3-94F81A05BCBD}"/>
          </ac:spMkLst>
        </pc:spChg>
        <pc:spChg chg="add del">
          <ac:chgData name="Kelly Asche" userId="e65b4a93-a81a-4939-bbd4-30571e0b07ee" providerId="ADAL" clId="{6625907D-B7F6-054E-AF16-0D8CDDBEB05D}" dt="2023-11-11T18:58:04.203" v="189"/>
          <ac:spMkLst>
            <pc:docMk/>
            <pc:sldMk cId="354261756" sldId="883"/>
            <ac:spMk id="11" creationId="{7D2256B4-48EA-40FC-BBC0-AA1EE6E0080C}"/>
          </ac:spMkLst>
        </pc:spChg>
        <pc:spChg chg="add del">
          <ac:chgData name="Kelly Asche" userId="e65b4a93-a81a-4939-bbd4-30571e0b07ee" providerId="ADAL" clId="{6625907D-B7F6-054E-AF16-0D8CDDBEB05D}" dt="2023-11-11T18:58:04.203" v="189"/>
          <ac:spMkLst>
            <pc:docMk/>
            <pc:sldMk cId="354261756" sldId="883"/>
            <ac:spMk id="15" creationId="{FBDCECDC-EEE3-4128-AA5E-82A8C08796E8}"/>
          </ac:spMkLst>
        </pc:spChg>
        <pc:spChg chg="add del">
          <ac:chgData name="Kelly Asche" userId="e65b4a93-a81a-4939-bbd4-30571e0b07ee" providerId="ADAL" clId="{6625907D-B7F6-054E-AF16-0D8CDDBEB05D}" dt="2023-11-11T18:58:04.203" v="189"/>
          <ac:spMkLst>
            <pc:docMk/>
            <pc:sldMk cId="354261756" sldId="883"/>
            <ac:spMk id="17" creationId="{4260EDE0-989C-4E16-AF94-F652294D828E}"/>
          </ac:spMkLst>
        </pc:spChg>
        <pc:spChg chg="add del">
          <ac:chgData name="Kelly Asche" userId="e65b4a93-a81a-4939-bbd4-30571e0b07ee" providerId="ADAL" clId="{6625907D-B7F6-054E-AF16-0D8CDDBEB05D}" dt="2023-11-11T18:58:04.203" v="189"/>
          <ac:spMkLst>
            <pc:docMk/>
            <pc:sldMk cId="354261756" sldId="883"/>
            <ac:spMk id="19" creationId="{1F3985C0-E548-44D2-B30E-F3E42DADE133}"/>
          </ac:spMkLst>
        </pc:spChg>
        <pc:cxnChg chg="add del">
          <ac:chgData name="Kelly Asche" userId="e65b4a93-a81a-4939-bbd4-30571e0b07ee" providerId="ADAL" clId="{6625907D-B7F6-054E-AF16-0D8CDDBEB05D}" dt="2023-11-11T18:58:04.203" v="189"/>
          <ac:cxnSpMkLst>
            <pc:docMk/>
            <pc:sldMk cId="354261756" sldId="883"/>
            <ac:cxnSpMk id="13" creationId="{3D44BCCA-102D-4A9D-B1E4-2450CAF0B05E}"/>
          </ac:cxnSpMkLst>
        </pc:cxnChg>
      </pc:sldChg>
      <pc:sldChg chg="modSp add mod">
        <pc:chgData name="Kelly Asche" userId="e65b4a93-a81a-4939-bbd4-30571e0b07ee" providerId="ADAL" clId="{6625907D-B7F6-054E-AF16-0D8CDDBEB05D}" dt="2023-11-11T18:58:41.013" v="332" actId="20577"/>
        <pc:sldMkLst>
          <pc:docMk/>
          <pc:sldMk cId="3665216832" sldId="883"/>
        </pc:sldMkLst>
        <pc:spChg chg="mod">
          <ac:chgData name="Kelly Asche" userId="e65b4a93-a81a-4939-bbd4-30571e0b07ee" providerId="ADAL" clId="{6625907D-B7F6-054E-AF16-0D8CDDBEB05D}" dt="2023-11-11T18:58:08.296" v="192" actId="20577"/>
          <ac:spMkLst>
            <pc:docMk/>
            <pc:sldMk cId="3665216832" sldId="883"/>
            <ac:spMk id="2" creationId="{3B382894-EBEF-8363-2C26-7A782BE99D7E}"/>
          </ac:spMkLst>
        </pc:spChg>
        <pc:spChg chg="mod">
          <ac:chgData name="Kelly Asche" userId="e65b4a93-a81a-4939-bbd4-30571e0b07ee" providerId="ADAL" clId="{6625907D-B7F6-054E-AF16-0D8CDDBEB05D}" dt="2023-11-11T18:58:41.013" v="332" actId="20577"/>
          <ac:spMkLst>
            <pc:docMk/>
            <pc:sldMk cId="3665216832" sldId="883"/>
            <ac:spMk id="3" creationId="{B6796CEB-E4B3-62D4-A9F4-06C85A233164}"/>
          </ac:spMkLst>
        </pc:spChg>
      </pc:sldChg>
      <pc:sldChg chg="addSp delSp modSp new mod modClrScheme chgLayout">
        <pc:chgData name="Kelly Asche" userId="e65b4a93-a81a-4939-bbd4-30571e0b07ee" providerId="ADAL" clId="{6625907D-B7F6-054E-AF16-0D8CDDBEB05D}" dt="2023-11-14T15:41:02.370" v="8300" actId="1076"/>
        <pc:sldMkLst>
          <pc:docMk/>
          <pc:sldMk cId="3530776391" sldId="884"/>
        </pc:sldMkLst>
        <pc:spChg chg="mod ord">
          <ac:chgData name="Kelly Asche" userId="e65b4a93-a81a-4939-bbd4-30571e0b07ee" providerId="ADAL" clId="{6625907D-B7F6-054E-AF16-0D8CDDBEB05D}" dt="2023-11-11T20:43:53.336" v="694" actId="1076"/>
          <ac:spMkLst>
            <pc:docMk/>
            <pc:sldMk cId="3530776391" sldId="884"/>
            <ac:spMk id="2" creationId="{7F85FB5C-3584-F7C1-4D5E-C3F1D37959A9}"/>
          </ac:spMkLst>
        </pc:spChg>
        <pc:spChg chg="del">
          <ac:chgData name="Kelly Asche" userId="e65b4a93-a81a-4939-bbd4-30571e0b07ee" providerId="ADAL" clId="{6625907D-B7F6-054E-AF16-0D8CDDBEB05D}" dt="2023-11-11T19:01:19.391" v="342" actId="931"/>
          <ac:spMkLst>
            <pc:docMk/>
            <pc:sldMk cId="3530776391" sldId="884"/>
            <ac:spMk id="3" creationId="{5F127D1E-19DE-2D82-0191-3D765ADB62E9}"/>
          </ac:spMkLst>
        </pc:spChg>
        <pc:spChg chg="add mod">
          <ac:chgData name="Kelly Asche" userId="e65b4a93-a81a-4939-bbd4-30571e0b07ee" providerId="ADAL" clId="{6625907D-B7F6-054E-AF16-0D8CDDBEB05D}" dt="2023-11-14T15:41:02.370" v="8300" actId="1076"/>
          <ac:spMkLst>
            <pc:docMk/>
            <pc:sldMk cId="3530776391" sldId="884"/>
            <ac:spMk id="3" creationId="{AC345060-E571-B2C2-F862-AD916604076E}"/>
          </ac:spMkLst>
        </pc:spChg>
        <pc:spChg chg="mod ord">
          <ac:chgData name="Kelly Asche" userId="e65b4a93-a81a-4939-bbd4-30571e0b07ee" providerId="ADAL" clId="{6625907D-B7F6-054E-AF16-0D8CDDBEB05D}" dt="2023-11-11T19:01:25.225" v="347" actId="700"/>
          <ac:spMkLst>
            <pc:docMk/>
            <pc:sldMk cId="3530776391" sldId="884"/>
            <ac:spMk id="4" creationId="{8FD46759-F4EE-028C-F29F-849C26E8B65F}"/>
          </ac:spMkLst>
        </pc:spChg>
        <pc:picChg chg="add del mod ord">
          <ac:chgData name="Kelly Asche" userId="e65b4a93-a81a-4939-bbd4-30571e0b07ee" providerId="ADAL" clId="{6625907D-B7F6-054E-AF16-0D8CDDBEB05D}" dt="2023-11-11T19:02:04.071" v="397" actId="1076"/>
          <ac:picMkLst>
            <pc:docMk/>
            <pc:sldMk cId="3530776391" sldId="884"/>
            <ac:picMk id="6" creationId="{7749F032-6182-5F99-163E-21FDD6F4AE92}"/>
          </ac:picMkLst>
        </pc:picChg>
      </pc:sldChg>
      <pc:sldChg chg="addSp delSp modSp add del mod">
        <pc:chgData name="Kelly Asche" userId="e65b4a93-a81a-4939-bbd4-30571e0b07ee" providerId="ADAL" clId="{6625907D-B7F6-054E-AF16-0D8CDDBEB05D}" dt="2023-11-12T16:40:19.007" v="3677" actId="2696"/>
        <pc:sldMkLst>
          <pc:docMk/>
          <pc:sldMk cId="3799210571" sldId="885"/>
        </pc:sldMkLst>
        <pc:spChg chg="mod ord">
          <ac:chgData name="Kelly Asche" userId="e65b4a93-a81a-4939-bbd4-30571e0b07ee" providerId="ADAL" clId="{6625907D-B7F6-054E-AF16-0D8CDDBEB05D}" dt="2023-11-11T20:47:23.014" v="698" actId="26606"/>
          <ac:spMkLst>
            <pc:docMk/>
            <pc:sldMk cId="3799210571" sldId="885"/>
            <ac:spMk id="4" creationId="{D73CCA41-B72A-9A14-B6CC-A9777465698E}"/>
          </ac:spMkLst>
        </pc:spChg>
        <pc:spChg chg="mod ord">
          <ac:chgData name="Kelly Asche" userId="e65b4a93-a81a-4939-bbd4-30571e0b07ee" providerId="ADAL" clId="{6625907D-B7F6-054E-AF16-0D8CDDBEB05D}" dt="2023-11-11T20:47:23.014" v="698" actId="26606"/>
          <ac:spMkLst>
            <pc:docMk/>
            <pc:sldMk cId="3799210571" sldId="885"/>
            <ac:spMk id="5" creationId="{88833BCB-3161-2030-50DD-3AD1B1C5B5D4}"/>
          </ac:spMkLst>
        </pc:spChg>
        <pc:spChg chg="add">
          <ac:chgData name="Kelly Asche" userId="e65b4a93-a81a-4939-bbd4-30571e0b07ee" providerId="ADAL" clId="{6625907D-B7F6-054E-AF16-0D8CDDBEB05D}" dt="2023-11-11T20:47:23.014" v="698" actId="26606"/>
          <ac:spMkLst>
            <pc:docMk/>
            <pc:sldMk cId="3799210571" sldId="885"/>
            <ac:spMk id="10" creationId="{4E4490D0-3672-446A-AC12-B4830333BDDD}"/>
          </ac:spMkLst>
        </pc:spChg>
        <pc:spChg chg="add">
          <ac:chgData name="Kelly Asche" userId="e65b4a93-a81a-4939-bbd4-30571e0b07ee" providerId="ADAL" clId="{6625907D-B7F6-054E-AF16-0D8CDDBEB05D}" dt="2023-11-11T20:47:23.014" v="698" actId="26606"/>
          <ac:spMkLst>
            <pc:docMk/>
            <pc:sldMk cId="3799210571" sldId="885"/>
            <ac:spMk id="12" creationId="{39CB82C2-DF65-4EC1-8280-F201D50F570B}"/>
          </ac:spMkLst>
        </pc:spChg>
        <pc:spChg chg="add">
          <ac:chgData name="Kelly Asche" userId="e65b4a93-a81a-4939-bbd4-30571e0b07ee" providerId="ADAL" clId="{6625907D-B7F6-054E-AF16-0D8CDDBEB05D}" dt="2023-11-11T20:47:23.014" v="698" actId="26606"/>
          <ac:spMkLst>
            <pc:docMk/>
            <pc:sldMk cId="3799210571" sldId="885"/>
            <ac:spMk id="16" creationId="{5A1B47C8-47A0-4A88-8830-6DEA3B5DE392}"/>
          </ac:spMkLst>
        </pc:spChg>
        <pc:spChg chg="add">
          <ac:chgData name="Kelly Asche" userId="e65b4a93-a81a-4939-bbd4-30571e0b07ee" providerId="ADAL" clId="{6625907D-B7F6-054E-AF16-0D8CDDBEB05D}" dt="2023-11-11T20:47:23.014" v="698" actId="26606"/>
          <ac:spMkLst>
            <pc:docMk/>
            <pc:sldMk cId="3799210571" sldId="885"/>
            <ac:spMk id="18" creationId="{984BBFDD-E720-4805-A9C8-129FBBF6DD70}"/>
          </ac:spMkLst>
        </pc:spChg>
        <pc:spChg chg="add">
          <ac:chgData name="Kelly Asche" userId="e65b4a93-a81a-4939-bbd4-30571e0b07ee" providerId="ADAL" clId="{6625907D-B7F6-054E-AF16-0D8CDDBEB05D}" dt="2023-11-11T20:47:23.014" v="698" actId="26606"/>
          <ac:spMkLst>
            <pc:docMk/>
            <pc:sldMk cId="3799210571" sldId="885"/>
            <ac:spMk id="20" creationId="{5AC4BE46-4A77-42FE-9D15-065CDB2F847C}"/>
          </ac:spMkLst>
        </pc:spChg>
        <pc:picChg chg="add del mod">
          <ac:chgData name="Kelly Asche" userId="e65b4a93-a81a-4939-bbd4-30571e0b07ee" providerId="ADAL" clId="{6625907D-B7F6-054E-AF16-0D8CDDBEB05D}" dt="2023-11-11T20:47:38.514" v="701" actId="478"/>
          <ac:picMkLst>
            <pc:docMk/>
            <pc:sldMk cId="3799210571" sldId="885"/>
            <ac:picMk id="3" creationId="{74047502-530A-C3E9-B452-9DCADCF08D12}"/>
          </ac:picMkLst>
        </pc:picChg>
        <pc:picChg chg="add del mod">
          <ac:chgData name="Kelly Asche" userId="e65b4a93-a81a-4939-bbd4-30571e0b07ee" providerId="ADAL" clId="{6625907D-B7F6-054E-AF16-0D8CDDBEB05D}" dt="2023-11-11T19:12:49.420" v="480" actId="478"/>
          <ac:picMkLst>
            <pc:docMk/>
            <pc:sldMk cId="3799210571" sldId="885"/>
            <ac:picMk id="3" creationId="{E60EDBA3-4FC0-E7FD-695F-201E3A6C929C}"/>
          </ac:picMkLst>
        </pc:picChg>
        <pc:picChg chg="add del mod">
          <ac:chgData name="Kelly Asche" userId="e65b4a93-a81a-4939-bbd4-30571e0b07ee" providerId="ADAL" clId="{6625907D-B7F6-054E-AF16-0D8CDDBEB05D}" dt="2023-11-11T20:48:51.678" v="704" actId="478"/>
          <ac:picMkLst>
            <pc:docMk/>
            <pc:sldMk cId="3799210571" sldId="885"/>
            <ac:picMk id="7" creationId="{D6B06AA4-99F3-19D5-CB58-E19023A4180D}"/>
          </ac:picMkLst>
        </pc:picChg>
        <pc:picChg chg="add mod">
          <ac:chgData name="Kelly Asche" userId="e65b4a93-a81a-4939-bbd4-30571e0b07ee" providerId="ADAL" clId="{6625907D-B7F6-054E-AF16-0D8CDDBEB05D}" dt="2023-11-11T20:49:02.514" v="706" actId="1076"/>
          <ac:picMkLst>
            <pc:docMk/>
            <pc:sldMk cId="3799210571" sldId="885"/>
            <ac:picMk id="9" creationId="{F0E5EBCD-EF20-2894-E0E3-5A8287F55812}"/>
          </ac:picMkLst>
        </pc:picChg>
        <pc:picChg chg="del">
          <ac:chgData name="Kelly Asche" userId="e65b4a93-a81a-4939-bbd4-30571e0b07ee" providerId="ADAL" clId="{6625907D-B7F6-054E-AF16-0D8CDDBEB05D}" dt="2023-11-11T19:02:52.217" v="453" actId="478"/>
          <ac:picMkLst>
            <pc:docMk/>
            <pc:sldMk cId="3799210571" sldId="885"/>
            <ac:picMk id="35" creationId="{8788594C-1A7F-F612-B6BA-526E6CB22115}"/>
          </ac:picMkLst>
        </pc:picChg>
        <pc:picChg chg="del">
          <ac:chgData name="Kelly Asche" userId="e65b4a93-a81a-4939-bbd4-30571e0b07ee" providerId="ADAL" clId="{6625907D-B7F6-054E-AF16-0D8CDDBEB05D}" dt="2023-11-11T19:02:53.364" v="454" actId="478"/>
          <ac:picMkLst>
            <pc:docMk/>
            <pc:sldMk cId="3799210571" sldId="885"/>
            <ac:picMk id="41" creationId="{BBDA73DB-47DE-79B4-2975-110DCC9A2E3D}"/>
          </ac:picMkLst>
        </pc:picChg>
        <pc:cxnChg chg="add">
          <ac:chgData name="Kelly Asche" userId="e65b4a93-a81a-4939-bbd4-30571e0b07ee" providerId="ADAL" clId="{6625907D-B7F6-054E-AF16-0D8CDDBEB05D}" dt="2023-11-11T20:47:23.014" v="698" actId="26606"/>
          <ac:cxnSpMkLst>
            <pc:docMk/>
            <pc:sldMk cId="3799210571" sldId="885"/>
            <ac:cxnSpMk id="14" creationId="{7E1D4427-852B-4B37-8E76-0E9F1810BA2A}"/>
          </ac:cxnSpMkLst>
        </pc:cxnChg>
      </pc:sldChg>
      <pc:sldChg chg="addSp delSp modSp add del mod">
        <pc:chgData name="Kelly Asche" userId="e65b4a93-a81a-4939-bbd4-30571e0b07ee" providerId="ADAL" clId="{6625907D-B7F6-054E-AF16-0D8CDDBEB05D}" dt="2023-11-12T16:40:19.809" v="3678" actId="2696"/>
        <pc:sldMkLst>
          <pc:docMk/>
          <pc:sldMk cId="736324599" sldId="886"/>
        </pc:sldMkLst>
        <pc:spChg chg="mod">
          <ac:chgData name="Kelly Asche" userId="e65b4a93-a81a-4939-bbd4-30571e0b07ee" providerId="ADAL" clId="{6625907D-B7F6-054E-AF16-0D8CDDBEB05D}" dt="2023-11-11T20:53:44.061" v="743" actId="20577"/>
          <ac:spMkLst>
            <pc:docMk/>
            <pc:sldMk cId="736324599" sldId="886"/>
            <ac:spMk id="5" creationId="{88833BCB-3161-2030-50DD-3AD1B1C5B5D4}"/>
          </ac:spMkLst>
        </pc:spChg>
        <pc:picChg chg="add del mod">
          <ac:chgData name="Kelly Asche" userId="e65b4a93-a81a-4939-bbd4-30571e0b07ee" providerId="ADAL" clId="{6625907D-B7F6-054E-AF16-0D8CDDBEB05D}" dt="2023-11-11T20:53:15.513" v="714" actId="478"/>
          <ac:picMkLst>
            <pc:docMk/>
            <pc:sldMk cId="736324599" sldId="886"/>
            <ac:picMk id="3" creationId="{6E5E2256-D615-68FE-7449-F363623E1D20}"/>
          </ac:picMkLst>
        </pc:picChg>
        <pc:picChg chg="add mod">
          <ac:chgData name="Kelly Asche" userId="e65b4a93-a81a-4939-bbd4-30571e0b07ee" providerId="ADAL" clId="{6625907D-B7F6-054E-AF16-0D8CDDBEB05D}" dt="2023-11-11T20:53:29.426" v="716" actId="1076"/>
          <ac:picMkLst>
            <pc:docMk/>
            <pc:sldMk cId="736324599" sldId="886"/>
            <ac:picMk id="7" creationId="{2B1FF203-E647-C50D-5B9E-027F3B93F105}"/>
          </ac:picMkLst>
        </pc:picChg>
        <pc:picChg chg="del">
          <ac:chgData name="Kelly Asche" userId="e65b4a93-a81a-4939-bbd4-30571e0b07ee" providerId="ADAL" clId="{6625907D-B7F6-054E-AF16-0D8CDDBEB05D}" dt="2023-11-11T20:52:01.323" v="711" actId="478"/>
          <ac:picMkLst>
            <pc:docMk/>
            <pc:sldMk cId="736324599" sldId="886"/>
            <ac:picMk id="9" creationId="{F0E5EBCD-EF20-2894-E0E3-5A8287F55812}"/>
          </ac:picMkLst>
        </pc:picChg>
      </pc:sldChg>
      <pc:sldChg chg="addSp delSp add del setBg delDesignElem">
        <pc:chgData name="Kelly Asche" userId="e65b4a93-a81a-4939-bbd4-30571e0b07ee" providerId="ADAL" clId="{6625907D-B7F6-054E-AF16-0D8CDDBEB05D}" dt="2023-11-11T20:49:30.569" v="709"/>
        <pc:sldMkLst>
          <pc:docMk/>
          <pc:sldMk cId="2825814216" sldId="886"/>
        </pc:sldMkLst>
        <pc:spChg chg="add del">
          <ac:chgData name="Kelly Asche" userId="e65b4a93-a81a-4939-bbd4-30571e0b07ee" providerId="ADAL" clId="{6625907D-B7F6-054E-AF16-0D8CDDBEB05D}" dt="2023-11-11T20:49:30.569" v="709"/>
          <ac:spMkLst>
            <pc:docMk/>
            <pc:sldMk cId="2825814216" sldId="886"/>
            <ac:spMk id="10" creationId="{4E4490D0-3672-446A-AC12-B4830333BDDD}"/>
          </ac:spMkLst>
        </pc:spChg>
        <pc:spChg chg="add del">
          <ac:chgData name="Kelly Asche" userId="e65b4a93-a81a-4939-bbd4-30571e0b07ee" providerId="ADAL" clId="{6625907D-B7F6-054E-AF16-0D8CDDBEB05D}" dt="2023-11-11T20:49:30.569" v="709"/>
          <ac:spMkLst>
            <pc:docMk/>
            <pc:sldMk cId="2825814216" sldId="886"/>
            <ac:spMk id="12" creationId="{39CB82C2-DF65-4EC1-8280-F201D50F570B}"/>
          </ac:spMkLst>
        </pc:spChg>
        <pc:spChg chg="add del">
          <ac:chgData name="Kelly Asche" userId="e65b4a93-a81a-4939-bbd4-30571e0b07ee" providerId="ADAL" clId="{6625907D-B7F6-054E-AF16-0D8CDDBEB05D}" dt="2023-11-11T20:49:30.569" v="709"/>
          <ac:spMkLst>
            <pc:docMk/>
            <pc:sldMk cId="2825814216" sldId="886"/>
            <ac:spMk id="16" creationId="{5A1B47C8-47A0-4A88-8830-6DEA3B5DE392}"/>
          </ac:spMkLst>
        </pc:spChg>
        <pc:spChg chg="add del">
          <ac:chgData name="Kelly Asche" userId="e65b4a93-a81a-4939-bbd4-30571e0b07ee" providerId="ADAL" clId="{6625907D-B7F6-054E-AF16-0D8CDDBEB05D}" dt="2023-11-11T20:49:30.569" v="709"/>
          <ac:spMkLst>
            <pc:docMk/>
            <pc:sldMk cId="2825814216" sldId="886"/>
            <ac:spMk id="18" creationId="{984BBFDD-E720-4805-A9C8-129FBBF6DD70}"/>
          </ac:spMkLst>
        </pc:spChg>
        <pc:spChg chg="add del">
          <ac:chgData name="Kelly Asche" userId="e65b4a93-a81a-4939-bbd4-30571e0b07ee" providerId="ADAL" clId="{6625907D-B7F6-054E-AF16-0D8CDDBEB05D}" dt="2023-11-11T20:49:30.569" v="709"/>
          <ac:spMkLst>
            <pc:docMk/>
            <pc:sldMk cId="2825814216" sldId="886"/>
            <ac:spMk id="20" creationId="{5AC4BE46-4A77-42FE-9D15-065CDB2F847C}"/>
          </ac:spMkLst>
        </pc:spChg>
        <pc:cxnChg chg="add del">
          <ac:chgData name="Kelly Asche" userId="e65b4a93-a81a-4939-bbd4-30571e0b07ee" providerId="ADAL" clId="{6625907D-B7F6-054E-AF16-0D8CDDBEB05D}" dt="2023-11-11T20:49:30.569" v="709"/>
          <ac:cxnSpMkLst>
            <pc:docMk/>
            <pc:sldMk cId="2825814216" sldId="886"/>
            <ac:cxnSpMk id="14" creationId="{7E1D4427-852B-4B37-8E76-0E9F1810BA2A}"/>
          </ac:cxnSpMkLst>
        </pc:cxnChg>
      </pc:sldChg>
      <pc:sldChg chg="modSp add mod">
        <pc:chgData name="Kelly Asche" userId="e65b4a93-a81a-4939-bbd4-30571e0b07ee" providerId="ADAL" clId="{6625907D-B7F6-054E-AF16-0D8CDDBEB05D}" dt="2023-11-11T20:57:22.215" v="871" actId="20577"/>
        <pc:sldMkLst>
          <pc:docMk/>
          <pc:sldMk cId="1910988071" sldId="887"/>
        </pc:sldMkLst>
        <pc:spChg chg="mod">
          <ac:chgData name="Kelly Asche" userId="e65b4a93-a81a-4939-bbd4-30571e0b07ee" providerId="ADAL" clId="{6625907D-B7F6-054E-AF16-0D8CDDBEB05D}" dt="2023-11-11T20:56:55.315" v="746" actId="20577"/>
          <ac:spMkLst>
            <pc:docMk/>
            <pc:sldMk cId="1910988071" sldId="887"/>
            <ac:spMk id="2" creationId="{3B382894-EBEF-8363-2C26-7A782BE99D7E}"/>
          </ac:spMkLst>
        </pc:spChg>
        <pc:spChg chg="mod">
          <ac:chgData name="Kelly Asche" userId="e65b4a93-a81a-4939-bbd4-30571e0b07ee" providerId="ADAL" clId="{6625907D-B7F6-054E-AF16-0D8CDDBEB05D}" dt="2023-11-11T20:57:22.215" v="871" actId="20577"/>
          <ac:spMkLst>
            <pc:docMk/>
            <pc:sldMk cId="1910988071" sldId="887"/>
            <ac:spMk id="3" creationId="{B6796CEB-E4B3-62D4-A9F4-06C85A233164}"/>
          </ac:spMkLst>
        </pc:spChg>
      </pc:sldChg>
      <pc:sldChg chg="addSp delSp modSp new mod setBg">
        <pc:chgData name="Kelly Asche" userId="e65b4a93-a81a-4939-bbd4-30571e0b07ee" providerId="ADAL" clId="{6625907D-B7F6-054E-AF16-0D8CDDBEB05D}" dt="2023-11-11T20:59:22.093" v="1163" actId="20577"/>
        <pc:sldMkLst>
          <pc:docMk/>
          <pc:sldMk cId="927888152" sldId="888"/>
        </pc:sldMkLst>
        <pc:spChg chg="mod">
          <ac:chgData name="Kelly Asche" userId="e65b4a93-a81a-4939-bbd4-30571e0b07ee" providerId="ADAL" clId="{6625907D-B7F6-054E-AF16-0D8CDDBEB05D}" dt="2023-11-11T20:59:17.643" v="1161" actId="26606"/>
          <ac:spMkLst>
            <pc:docMk/>
            <pc:sldMk cId="927888152" sldId="888"/>
            <ac:spMk id="2" creationId="{8F4DAD2F-8F04-0C99-975F-1990922BD82A}"/>
          </ac:spMkLst>
        </pc:spChg>
        <pc:spChg chg="del mod">
          <ac:chgData name="Kelly Asche" userId="e65b4a93-a81a-4939-bbd4-30571e0b07ee" providerId="ADAL" clId="{6625907D-B7F6-054E-AF16-0D8CDDBEB05D}" dt="2023-11-11T20:59:17.643" v="1161" actId="26606"/>
          <ac:spMkLst>
            <pc:docMk/>
            <pc:sldMk cId="927888152" sldId="888"/>
            <ac:spMk id="3" creationId="{812A4488-DC9C-0755-0D03-6C18D77C48D7}"/>
          </ac:spMkLst>
        </pc:spChg>
        <pc:spChg chg="mod">
          <ac:chgData name="Kelly Asche" userId="e65b4a93-a81a-4939-bbd4-30571e0b07ee" providerId="ADAL" clId="{6625907D-B7F6-054E-AF16-0D8CDDBEB05D}" dt="2023-11-11T20:59:17.643" v="1161" actId="26606"/>
          <ac:spMkLst>
            <pc:docMk/>
            <pc:sldMk cId="927888152" sldId="888"/>
            <ac:spMk id="4" creationId="{EF9F893E-FCA7-EABF-3161-24A02F733012}"/>
          </ac:spMkLst>
        </pc:spChg>
        <pc:spChg chg="add">
          <ac:chgData name="Kelly Asche" userId="e65b4a93-a81a-4939-bbd4-30571e0b07ee" providerId="ADAL" clId="{6625907D-B7F6-054E-AF16-0D8CDDBEB05D}" dt="2023-11-11T20:59:17.643" v="1161" actId="26606"/>
          <ac:spMkLst>
            <pc:docMk/>
            <pc:sldMk cId="927888152" sldId="888"/>
            <ac:spMk id="10" creationId="{F53311A5-99DE-4393-9A6A-668B1A50F6D7}"/>
          </ac:spMkLst>
        </pc:spChg>
        <pc:spChg chg="add">
          <ac:chgData name="Kelly Asche" userId="e65b4a93-a81a-4939-bbd4-30571e0b07ee" providerId="ADAL" clId="{6625907D-B7F6-054E-AF16-0D8CDDBEB05D}" dt="2023-11-11T20:59:17.643" v="1161" actId="26606"/>
          <ac:spMkLst>
            <pc:docMk/>
            <pc:sldMk cId="927888152" sldId="888"/>
            <ac:spMk id="12" creationId="{A4927983-BFBD-4CAA-A34E-2D3486ACF171}"/>
          </ac:spMkLst>
        </pc:spChg>
        <pc:spChg chg="add">
          <ac:chgData name="Kelly Asche" userId="e65b4a93-a81a-4939-bbd4-30571e0b07ee" providerId="ADAL" clId="{6625907D-B7F6-054E-AF16-0D8CDDBEB05D}" dt="2023-11-11T20:59:17.643" v="1161" actId="26606"/>
          <ac:spMkLst>
            <pc:docMk/>
            <pc:sldMk cId="927888152" sldId="888"/>
            <ac:spMk id="16" creationId="{9F5E263C-FB7E-4A3E-AD04-5140CD3D1D97}"/>
          </ac:spMkLst>
        </pc:spChg>
        <pc:spChg chg="add">
          <ac:chgData name="Kelly Asche" userId="e65b4a93-a81a-4939-bbd4-30571e0b07ee" providerId="ADAL" clId="{6625907D-B7F6-054E-AF16-0D8CDDBEB05D}" dt="2023-11-11T20:59:17.643" v="1161" actId="26606"/>
          <ac:spMkLst>
            <pc:docMk/>
            <pc:sldMk cId="927888152" sldId="888"/>
            <ac:spMk id="18" creationId="{9E65ED8C-90F7-4EB0-ACCB-64AEF411E8B9}"/>
          </ac:spMkLst>
        </pc:spChg>
        <pc:spChg chg="add">
          <ac:chgData name="Kelly Asche" userId="e65b4a93-a81a-4939-bbd4-30571e0b07ee" providerId="ADAL" clId="{6625907D-B7F6-054E-AF16-0D8CDDBEB05D}" dt="2023-11-11T20:59:17.643" v="1161" actId="26606"/>
          <ac:spMkLst>
            <pc:docMk/>
            <pc:sldMk cId="927888152" sldId="888"/>
            <ac:spMk id="20" creationId="{6604E3BF-88F7-4D19-BEC9-8486966EA467}"/>
          </ac:spMkLst>
        </pc:spChg>
        <pc:graphicFrameChg chg="add mod">
          <ac:chgData name="Kelly Asche" userId="e65b4a93-a81a-4939-bbd4-30571e0b07ee" providerId="ADAL" clId="{6625907D-B7F6-054E-AF16-0D8CDDBEB05D}" dt="2023-11-11T20:59:22.093" v="1163" actId="20577"/>
          <ac:graphicFrameMkLst>
            <pc:docMk/>
            <pc:sldMk cId="927888152" sldId="888"/>
            <ac:graphicFrameMk id="6" creationId="{B2820F0C-4BFA-466C-F0EF-19A182CDE3C7}"/>
          </ac:graphicFrameMkLst>
        </pc:graphicFrameChg>
        <pc:cxnChg chg="add">
          <ac:chgData name="Kelly Asche" userId="e65b4a93-a81a-4939-bbd4-30571e0b07ee" providerId="ADAL" clId="{6625907D-B7F6-054E-AF16-0D8CDDBEB05D}" dt="2023-11-11T20:59:17.643" v="1161" actId="26606"/>
          <ac:cxnSpMkLst>
            <pc:docMk/>
            <pc:sldMk cId="927888152" sldId="888"/>
            <ac:cxnSpMk id="14" creationId="{B40DF401-E6F0-4EFD-8C5C-6847352084CE}"/>
          </ac:cxnSpMkLst>
        </pc:cxnChg>
      </pc:sldChg>
      <pc:sldChg chg="addSp delSp modSp new mod setBg modClrScheme delDesignElem chgLayout">
        <pc:chgData name="Kelly Asche" userId="e65b4a93-a81a-4939-bbd4-30571e0b07ee" providerId="ADAL" clId="{6625907D-B7F6-054E-AF16-0D8CDDBEB05D}" dt="2023-11-14T15:41:16.620" v="8304" actId="1076"/>
        <pc:sldMkLst>
          <pc:docMk/>
          <pc:sldMk cId="2989189915" sldId="889"/>
        </pc:sldMkLst>
        <pc:spChg chg="add mod">
          <ac:chgData name="Kelly Asche" userId="e65b4a93-a81a-4939-bbd4-30571e0b07ee" providerId="ADAL" clId="{6625907D-B7F6-054E-AF16-0D8CDDBEB05D}" dt="2023-11-14T15:41:16.620" v="8304" actId="1076"/>
          <ac:spMkLst>
            <pc:docMk/>
            <pc:sldMk cId="2989189915" sldId="889"/>
            <ac:spMk id="2" creationId="{11C2F0C5-F0FB-6C25-831B-E0FC22686FD4}"/>
          </ac:spMkLst>
        </pc:spChg>
        <pc:spChg chg="del mod ord">
          <ac:chgData name="Kelly Asche" userId="e65b4a93-a81a-4939-bbd4-30571e0b07ee" providerId="ADAL" clId="{6625907D-B7F6-054E-AF16-0D8CDDBEB05D}" dt="2023-11-12T15:37:18.598" v="1270" actId="478"/>
          <ac:spMkLst>
            <pc:docMk/>
            <pc:sldMk cId="2989189915" sldId="889"/>
            <ac:spMk id="2" creationId="{C31D6FA9-C805-133E-395E-55EB8667AC97}"/>
          </ac:spMkLst>
        </pc:spChg>
        <pc:spChg chg="del">
          <ac:chgData name="Kelly Asche" userId="e65b4a93-a81a-4939-bbd4-30571e0b07ee" providerId="ADAL" clId="{6625907D-B7F6-054E-AF16-0D8CDDBEB05D}" dt="2023-11-12T15:32:57.502" v="1165" actId="931"/>
          <ac:spMkLst>
            <pc:docMk/>
            <pc:sldMk cId="2989189915" sldId="889"/>
            <ac:spMk id="3" creationId="{CC356EDA-464B-0EF0-EBAB-AE8ABBEE0170}"/>
          </ac:spMkLst>
        </pc:spChg>
        <pc:spChg chg="mod ord">
          <ac:chgData name="Kelly Asche" userId="e65b4a93-a81a-4939-bbd4-30571e0b07ee" providerId="ADAL" clId="{6625907D-B7F6-054E-AF16-0D8CDDBEB05D}" dt="2023-11-12T15:34:23.459" v="1258" actId="700"/>
          <ac:spMkLst>
            <pc:docMk/>
            <pc:sldMk cId="2989189915" sldId="889"/>
            <ac:spMk id="4" creationId="{90D5A1AB-51CD-F201-8341-3D1616406556}"/>
          </ac:spMkLst>
        </pc:spChg>
        <pc:spChg chg="add del mod">
          <ac:chgData name="Kelly Asche" userId="e65b4a93-a81a-4939-bbd4-30571e0b07ee" providerId="ADAL" clId="{6625907D-B7F6-054E-AF16-0D8CDDBEB05D}" dt="2023-11-12T15:33:44.336" v="1170" actId="931"/>
          <ac:spMkLst>
            <pc:docMk/>
            <pc:sldMk cId="2989189915" sldId="889"/>
            <ac:spMk id="8" creationId="{3AE96F07-A18A-E06F-ECCC-FCF1DD990975}"/>
          </ac:spMkLst>
        </pc:spChg>
        <pc:spChg chg="add del">
          <ac:chgData name="Kelly Asche" userId="e65b4a93-a81a-4939-bbd4-30571e0b07ee" providerId="ADAL" clId="{6625907D-B7F6-054E-AF16-0D8CDDBEB05D}" dt="2023-11-12T15:34:23.459" v="1258" actId="700"/>
          <ac:spMkLst>
            <pc:docMk/>
            <pc:sldMk cId="2989189915" sldId="889"/>
            <ac:spMk id="11" creationId="{4E4490D0-3672-446A-AC12-B4830333BDDD}"/>
          </ac:spMkLst>
        </pc:spChg>
        <pc:spChg chg="add del">
          <ac:chgData name="Kelly Asche" userId="e65b4a93-a81a-4939-bbd4-30571e0b07ee" providerId="ADAL" clId="{6625907D-B7F6-054E-AF16-0D8CDDBEB05D}" dt="2023-11-12T15:34:23.459" v="1258" actId="700"/>
          <ac:spMkLst>
            <pc:docMk/>
            <pc:sldMk cId="2989189915" sldId="889"/>
            <ac:spMk id="13" creationId="{39CB82C2-DF65-4EC1-8280-F201D50F570B}"/>
          </ac:spMkLst>
        </pc:spChg>
        <pc:spChg chg="add del">
          <ac:chgData name="Kelly Asche" userId="e65b4a93-a81a-4939-bbd4-30571e0b07ee" providerId="ADAL" clId="{6625907D-B7F6-054E-AF16-0D8CDDBEB05D}" dt="2023-11-12T15:34:23.459" v="1258" actId="700"/>
          <ac:spMkLst>
            <pc:docMk/>
            <pc:sldMk cId="2989189915" sldId="889"/>
            <ac:spMk id="17" creationId="{C4AAA502-5435-489E-9538-3A40E6C71461}"/>
          </ac:spMkLst>
        </pc:spChg>
        <pc:spChg chg="add del">
          <ac:chgData name="Kelly Asche" userId="e65b4a93-a81a-4939-bbd4-30571e0b07ee" providerId="ADAL" clId="{6625907D-B7F6-054E-AF16-0D8CDDBEB05D}" dt="2023-11-12T15:34:23.459" v="1258" actId="700"/>
          <ac:spMkLst>
            <pc:docMk/>
            <pc:sldMk cId="2989189915" sldId="889"/>
            <ac:spMk id="21" creationId="{DE42378B-2E28-4810-8421-7A473A40E376}"/>
          </ac:spMkLst>
        </pc:spChg>
        <pc:spChg chg="add del">
          <ac:chgData name="Kelly Asche" userId="e65b4a93-a81a-4939-bbd4-30571e0b07ee" providerId="ADAL" clId="{6625907D-B7F6-054E-AF16-0D8CDDBEB05D}" dt="2023-11-12T15:34:23.459" v="1258" actId="700"/>
          <ac:spMkLst>
            <pc:docMk/>
            <pc:sldMk cId="2989189915" sldId="889"/>
            <ac:spMk id="23" creationId="{0D91DD17-237F-4811-BC0E-128EB1BD7CFE}"/>
          </ac:spMkLst>
        </pc:spChg>
        <pc:picChg chg="add del mod">
          <ac:chgData name="Kelly Asche" userId="e65b4a93-a81a-4939-bbd4-30571e0b07ee" providerId="ADAL" clId="{6625907D-B7F6-054E-AF16-0D8CDDBEB05D}" dt="2023-11-12T15:33:28.279" v="1169" actId="478"/>
          <ac:picMkLst>
            <pc:docMk/>
            <pc:sldMk cId="2989189915" sldId="889"/>
            <ac:picMk id="6" creationId="{FD9D3425-2626-C76D-40CE-4FEC915E6192}"/>
          </ac:picMkLst>
        </pc:picChg>
        <pc:picChg chg="add del mod ord">
          <ac:chgData name="Kelly Asche" userId="e65b4a93-a81a-4939-bbd4-30571e0b07ee" providerId="ADAL" clId="{6625907D-B7F6-054E-AF16-0D8CDDBEB05D}" dt="2023-11-12T15:35:46.298" v="1262" actId="478"/>
          <ac:picMkLst>
            <pc:docMk/>
            <pc:sldMk cId="2989189915" sldId="889"/>
            <ac:picMk id="10" creationId="{431B6959-9173-B278-92F4-3308683F673C}"/>
          </ac:picMkLst>
        </pc:picChg>
        <pc:picChg chg="add del mod">
          <ac:chgData name="Kelly Asche" userId="e65b4a93-a81a-4939-bbd4-30571e0b07ee" providerId="ADAL" clId="{6625907D-B7F6-054E-AF16-0D8CDDBEB05D}" dt="2023-11-12T15:36:52.804" v="1266" actId="478"/>
          <ac:picMkLst>
            <pc:docMk/>
            <pc:sldMk cId="2989189915" sldId="889"/>
            <ac:picMk id="14" creationId="{5CF65547-51E4-14CF-0C62-7344B885825F}"/>
          </ac:picMkLst>
        </pc:picChg>
        <pc:picChg chg="add del mod">
          <ac:chgData name="Kelly Asche" userId="e65b4a93-a81a-4939-bbd4-30571e0b07ee" providerId="ADAL" clId="{6625907D-B7F6-054E-AF16-0D8CDDBEB05D}" dt="2023-11-12T15:37:27.630" v="1271" actId="478"/>
          <ac:picMkLst>
            <pc:docMk/>
            <pc:sldMk cId="2989189915" sldId="889"/>
            <ac:picMk id="18" creationId="{27CC0627-DA1F-8845-EC4C-CF6F83B8ED57}"/>
          </ac:picMkLst>
        </pc:picChg>
        <pc:picChg chg="add mod">
          <ac:chgData name="Kelly Asche" userId="e65b4a93-a81a-4939-bbd4-30571e0b07ee" providerId="ADAL" clId="{6625907D-B7F6-054E-AF16-0D8CDDBEB05D}" dt="2023-11-12T15:37:44.097" v="1274" actId="1076"/>
          <ac:picMkLst>
            <pc:docMk/>
            <pc:sldMk cId="2989189915" sldId="889"/>
            <ac:picMk id="22" creationId="{0F36ECD8-5EB2-86BC-2D55-6074C691D3B8}"/>
          </ac:picMkLst>
        </pc:picChg>
        <pc:cxnChg chg="add del">
          <ac:chgData name="Kelly Asche" userId="e65b4a93-a81a-4939-bbd4-30571e0b07ee" providerId="ADAL" clId="{6625907D-B7F6-054E-AF16-0D8CDDBEB05D}" dt="2023-11-12T15:34:23.459" v="1258" actId="700"/>
          <ac:cxnSpMkLst>
            <pc:docMk/>
            <pc:sldMk cId="2989189915" sldId="889"/>
            <ac:cxnSpMk id="15" creationId="{7E1D4427-852B-4B37-8E76-0E9F1810BA2A}"/>
          </ac:cxnSpMkLst>
        </pc:cxnChg>
        <pc:cxnChg chg="add del">
          <ac:chgData name="Kelly Asche" userId="e65b4a93-a81a-4939-bbd4-30571e0b07ee" providerId="ADAL" clId="{6625907D-B7F6-054E-AF16-0D8CDDBEB05D}" dt="2023-11-12T15:34:23.459" v="1258" actId="700"/>
          <ac:cxnSpMkLst>
            <pc:docMk/>
            <pc:sldMk cId="2989189915" sldId="889"/>
            <ac:cxnSpMk id="19" creationId="{C9AC0290-4702-4519-B0F4-C2A46880997B}"/>
          </ac:cxnSpMkLst>
        </pc:cxnChg>
      </pc:sldChg>
      <pc:sldChg chg="addSp delSp modSp new mod setBg modClrScheme chgLayout">
        <pc:chgData name="Kelly Asche" userId="e65b4a93-a81a-4939-bbd4-30571e0b07ee" providerId="ADAL" clId="{6625907D-B7F6-054E-AF16-0D8CDDBEB05D}" dt="2023-11-14T15:41:22.686" v="8306" actId="1076"/>
        <pc:sldMkLst>
          <pc:docMk/>
          <pc:sldMk cId="2666689518" sldId="890"/>
        </pc:sldMkLst>
        <pc:spChg chg="mod ord">
          <ac:chgData name="Kelly Asche" userId="e65b4a93-a81a-4939-bbd4-30571e0b07ee" providerId="ADAL" clId="{6625907D-B7F6-054E-AF16-0D8CDDBEB05D}" dt="2023-11-12T15:43:13.139" v="1282" actId="26606"/>
          <ac:spMkLst>
            <pc:docMk/>
            <pc:sldMk cId="2666689518" sldId="890"/>
            <ac:spMk id="2" creationId="{5D3BCBF9-646A-4FBB-518E-DA8A19E00E31}"/>
          </ac:spMkLst>
        </pc:spChg>
        <pc:spChg chg="add mod ord">
          <ac:chgData name="Kelly Asche" userId="e65b4a93-a81a-4939-bbd4-30571e0b07ee" providerId="ADAL" clId="{6625907D-B7F6-054E-AF16-0D8CDDBEB05D}" dt="2023-11-12T15:44:31.061" v="1497" actId="20577"/>
          <ac:spMkLst>
            <pc:docMk/>
            <pc:sldMk cId="2666689518" sldId="890"/>
            <ac:spMk id="3" creationId="{4CD1FBA1-D0E7-59B3-B1BF-AAA2FABFEE90}"/>
          </ac:spMkLst>
        </pc:spChg>
        <pc:spChg chg="add mod">
          <ac:chgData name="Kelly Asche" userId="e65b4a93-a81a-4939-bbd4-30571e0b07ee" providerId="ADAL" clId="{6625907D-B7F6-054E-AF16-0D8CDDBEB05D}" dt="2023-11-14T15:41:22.686" v="8306" actId="1076"/>
          <ac:spMkLst>
            <pc:docMk/>
            <pc:sldMk cId="2666689518" sldId="890"/>
            <ac:spMk id="4" creationId="{88D6165D-1358-45B6-B000-F4D73472145D}"/>
          </ac:spMkLst>
        </pc:spChg>
        <pc:spChg chg="add del mod ord">
          <ac:chgData name="Kelly Asche" userId="e65b4a93-a81a-4939-bbd4-30571e0b07ee" providerId="ADAL" clId="{6625907D-B7F6-054E-AF16-0D8CDDBEB05D}" dt="2023-11-12T15:42:30.243" v="1277" actId="931"/>
          <ac:spMkLst>
            <pc:docMk/>
            <pc:sldMk cId="2666689518" sldId="890"/>
            <ac:spMk id="4" creationId="{EDCEBCA5-0634-2694-F6F4-2BC0D2CC1A49}"/>
          </ac:spMkLst>
        </pc:spChg>
        <pc:spChg chg="add del mod">
          <ac:chgData name="Kelly Asche" userId="e65b4a93-a81a-4939-bbd4-30571e0b07ee" providerId="ADAL" clId="{6625907D-B7F6-054E-AF16-0D8CDDBEB05D}" dt="2023-11-12T15:43:00.518" v="1279" actId="931"/>
          <ac:spMkLst>
            <pc:docMk/>
            <pc:sldMk cId="2666689518" sldId="890"/>
            <ac:spMk id="8" creationId="{9C1C384F-36EF-8A93-CA6A-ADDC3CE98438}"/>
          </ac:spMkLst>
        </pc:spChg>
        <pc:spChg chg="add mod">
          <ac:chgData name="Kelly Asche" userId="e65b4a93-a81a-4939-bbd4-30571e0b07ee" providerId="ADAL" clId="{6625907D-B7F6-054E-AF16-0D8CDDBEB05D}" dt="2023-11-12T15:45:39.530" v="1735" actId="20577"/>
          <ac:spMkLst>
            <pc:docMk/>
            <pc:sldMk cId="2666689518" sldId="890"/>
            <ac:spMk id="14" creationId="{6C44830C-2EC0-D417-8CF6-6D036D42A21A}"/>
          </ac:spMkLst>
        </pc:spChg>
        <pc:spChg chg="add">
          <ac:chgData name="Kelly Asche" userId="e65b4a93-a81a-4939-bbd4-30571e0b07ee" providerId="ADAL" clId="{6625907D-B7F6-054E-AF16-0D8CDDBEB05D}" dt="2023-11-12T15:43:13.139" v="1282" actId="26606"/>
          <ac:spMkLst>
            <pc:docMk/>
            <pc:sldMk cId="2666689518" sldId="890"/>
            <ac:spMk id="17" creationId="{7D379150-F6B4-45C8-BE10-6B278AD400EB}"/>
          </ac:spMkLst>
        </pc:spChg>
        <pc:spChg chg="add">
          <ac:chgData name="Kelly Asche" userId="e65b4a93-a81a-4939-bbd4-30571e0b07ee" providerId="ADAL" clId="{6625907D-B7F6-054E-AF16-0D8CDDBEB05D}" dt="2023-11-12T15:43:13.139" v="1282" actId="26606"/>
          <ac:spMkLst>
            <pc:docMk/>
            <pc:sldMk cId="2666689518" sldId="890"/>
            <ac:spMk id="19" creationId="{5FFCF544-A370-4A5D-A95F-CA6E0E7191E6}"/>
          </ac:spMkLst>
        </pc:spChg>
        <pc:spChg chg="add">
          <ac:chgData name="Kelly Asche" userId="e65b4a93-a81a-4939-bbd4-30571e0b07ee" providerId="ADAL" clId="{6625907D-B7F6-054E-AF16-0D8CDDBEB05D}" dt="2023-11-12T15:43:13.139" v="1282" actId="26606"/>
          <ac:spMkLst>
            <pc:docMk/>
            <pc:sldMk cId="2666689518" sldId="890"/>
            <ac:spMk id="23" creationId="{44CC594A-A820-450F-B363-C19201FCFEC6}"/>
          </ac:spMkLst>
        </pc:spChg>
        <pc:spChg chg="add">
          <ac:chgData name="Kelly Asche" userId="e65b4a93-a81a-4939-bbd4-30571e0b07ee" providerId="ADAL" clId="{6625907D-B7F6-054E-AF16-0D8CDDBEB05D}" dt="2023-11-12T15:43:13.139" v="1282" actId="26606"/>
          <ac:spMkLst>
            <pc:docMk/>
            <pc:sldMk cId="2666689518" sldId="890"/>
            <ac:spMk id="25" creationId="{59FAB3DA-E9ED-4574-ABCC-378BC0FF1BBC}"/>
          </ac:spMkLst>
        </pc:spChg>
        <pc:spChg chg="add">
          <ac:chgData name="Kelly Asche" userId="e65b4a93-a81a-4939-bbd4-30571e0b07ee" providerId="ADAL" clId="{6625907D-B7F6-054E-AF16-0D8CDDBEB05D}" dt="2023-11-12T15:43:13.139" v="1282" actId="26606"/>
          <ac:spMkLst>
            <pc:docMk/>
            <pc:sldMk cId="2666689518" sldId="890"/>
            <ac:spMk id="27" creationId="{53B8D6B0-55D6-48DC-86D8-FD95D5F118AB}"/>
          </ac:spMkLst>
        </pc:spChg>
        <pc:picChg chg="add del mod">
          <ac:chgData name="Kelly Asche" userId="e65b4a93-a81a-4939-bbd4-30571e0b07ee" providerId="ADAL" clId="{6625907D-B7F6-054E-AF16-0D8CDDBEB05D}" dt="2023-11-12T15:42:35.629" v="1278" actId="478"/>
          <ac:picMkLst>
            <pc:docMk/>
            <pc:sldMk cId="2666689518" sldId="890"/>
            <ac:picMk id="6" creationId="{41332702-CCAF-A157-D35C-2C8F8D0CBD16}"/>
          </ac:picMkLst>
        </pc:picChg>
        <pc:picChg chg="add del mod">
          <ac:chgData name="Kelly Asche" userId="e65b4a93-a81a-4939-bbd4-30571e0b07ee" providerId="ADAL" clId="{6625907D-B7F6-054E-AF16-0D8CDDBEB05D}" dt="2023-11-12T15:43:29.225" v="1296" actId="478"/>
          <ac:picMkLst>
            <pc:docMk/>
            <pc:sldMk cId="2666689518" sldId="890"/>
            <ac:picMk id="10" creationId="{A1FAED26-5641-DEF1-2EE4-D133C85040DE}"/>
          </ac:picMkLst>
        </pc:picChg>
        <pc:picChg chg="add mod">
          <ac:chgData name="Kelly Asche" userId="e65b4a93-a81a-4939-bbd4-30571e0b07ee" providerId="ADAL" clId="{6625907D-B7F6-054E-AF16-0D8CDDBEB05D}" dt="2023-11-12T15:43:43.509" v="1299" actId="1076"/>
          <ac:picMkLst>
            <pc:docMk/>
            <pc:sldMk cId="2666689518" sldId="890"/>
            <ac:picMk id="12" creationId="{2C92E57B-A4C5-01A3-7029-2581F74E60FA}"/>
          </ac:picMkLst>
        </pc:picChg>
        <pc:cxnChg chg="add">
          <ac:chgData name="Kelly Asche" userId="e65b4a93-a81a-4939-bbd4-30571e0b07ee" providerId="ADAL" clId="{6625907D-B7F6-054E-AF16-0D8CDDBEB05D}" dt="2023-11-12T15:43:13.139" v="1282" actId="26606"/>
          <ac:cxnSpMkLst>
            <pc:docMk/>
            <pc:sldMk cId="2666689518" sldId="890"/>
            <ac:cxnSpMk id="21" creationId="{6EEB3B97-A638-498B-8083-54191CE71E01}"/>
          </ac:cxnSpMkLst>
        </pc:cxnChg>
      </pc:sldChg>
      <pc:sldChg chg="modSp add mod">
        <pc:chgData name="Kelly Asche" userId="e65b4a93-a81a-4939-bbd4-30571e0b07ee" providerId="ADAL" clId="{6625907D-B7F6-054E-AF16-0D8CDDBEB05D}" dt="2023-11-12T15:47:14.736" v="1786" actId="20577"/>
        <pc:sldMkLst>
          <pc:docMk/>
          <pc:sldMk cId="396595128" sldId="891"/>
        </pc:sldMkLst>
        <pc:spChg chg="mod">
          <ac:chgData name="Kelly Asche" userId="e65b4a93-a81a-4939-bbd4-30571e0b07ee" providerId="ADAL" clId="{6625907D-B7F6-054E-AF16-0D8CDDBEB05D}" dt="2023-11-12T15:46:59.281" v="1738" actId="20577"/>
          <ac:spMkLst>
            <pc:docMk/>
            <pc:sldMk cId="396595128" sldId="891"/>
            <ac:spMk id="2" creationId="{3B382894-EBEF-8363-2C26-7A782BE99D7E}"/>
          </ac:spMkLst>
        </pc:spChg>
        <pc:spChg chg="mod">
          <ac:chgData name="Kelly Asche" userId="e65b4a93-a81a-4939-bbd4-30571e0b07ee" providerId="ADAL" clId="{6625907D-B7F6-054E-AF16-0D8CDDBEB05D}" dt="2023-11-12T15:47:14.736" v="1786" actId="20577"/>
          <ac:spMkLst>
            <pc:docMk/>
            <pc:sldMk cId="396595128" sldId="891"/>
            <ac:spMk id="3" creationId="{B6796CEB-E4B3-62D4-A9F4-06C85A233164}"/>
          </ac:spMkLst>
        </pc:spChg>
      </pc:sldChg>
      <pc:sldChg chg="addSp delSp modSp new mod setBg">
        <pc:chgData name="Kelly Asche" userId="e65b4a93-a81a-4939-bbd4-30571e0b07ee" providerId="ADAL" clId="{6625907D-B7F6-054E-AF16-0D8CDDBEB05D}" dt="2023-11-14T15:42:57.517" v="8471" actId="1076"/>
        <pc:sldMkLst>
          <pc:docMk/>
          <pc:sldMk cId="1796191078" sldId="892"/>
        </pc:sldMkLst>
        <pc:spChg chg="mod">
          <ac:chgData name="Kelly Asche" userId="e65b4a93-a81a-4939-bbd4-30571e0b07ee" providerId="ADAL" clId="{6625907D-B7F6-054E-AF16-0D8CDDBEB05D}" dt="2023-11-12T15:50:17.692" v="1852" actId="26606"/>
          <ac:spMkLst>
            <pc:docMk/>
            <pc:sldMk cId="1796191078" sldId="892"/>
            <ac:spMk id="2" creationId="{C5F424F2-5C65-CB71-8DC3-E71BDA4AD05B}"/>
          </ac:spMkLst>
        </pc:spChg>
        <pc:spChg chg="add mod">
          <ac:chgData name="Kelly Asche" userId="e65b4a93-a81a-4939-bbd4-30571e0b07ee" providerId="ADAL" clId="{6625907D-B7F6-054E-AF16-0D8CDDBEB05D}" dt="2023-11-14T15:42:57.517" v="8471" actId="1076"/>
          <ac:spMkLst>
            <pc:docMk/>
            <pc:sldMk cId="1796191078" sldId="892"/>
            <ac:spMk id="3" creationId="{7F9A95D7-BC2A-DCCC-42A7-02DDC1DB5025}"/>
          </ac:spMkLst>
        </pc:spChg>
        <pc:spChg chg="del">
          <ac:chgData name="Kelly Asche" userId="e65b4a93-a81a-4939-bbd4-30571e0b07ee" providerId="ADAL" clId="{6625907D-B7F6-054E-AF16-0D8CDDBEB05D}" dt="2023-11-12T15:49:54.778" v="1788" actId="931"/>
          <ac:spMkLst>
            <pc:docMk/>
            <pc:sldMk cId="1796191078" sldId="892"/>
            <ac:spMk id="3" creationId="{E1B61ECB-3C33-650D-605C-78DD4EE18179}"/>
          </ac:spMkLst>
        </pc:spChg>
        <pc:spChg chg="mod">
          <ac:chgData name="Kelly Asche" userId="e65b4a93-a81a-4939-bbd4-30571e0b07ee" providerId="ADAL" clId="{6625907D-B7F6-054E-AF16-0D8CDDBEB05D}" dt="2023-11-12T15:50:17.692" v="1852" actId="26606"/>
          <ac:spMkLst>
            <pc:docMk/>
            <pc:sldMk cId="1796191078" sldId="892"/>
            <ac:spMk id="4" creationId="{8DFE1AA2-85D1-C8ED-9071-48214D68B1A6}"/>
          </ac:spMkLst>
        </pc:spChg>
        <pc:spChg chg="add del mod">
          <ac:chgData name="Kelly Asche" userId="e65b4a93-a81a-4939-bbd4-30571e0b07ee" providerId="ADAL" clId="{6625907D-B7F6-054E-AF16-0D8CDDBEB05D}" dt="2023-11-12T15:50:44.903" v="1856" actId="931"/>
          <ac:spMkLst>
            <pc:docMk/>
            <pc:sldMk cId="1796191078" sldId="892"/>
            <ac:spMk id="8" creationId="{8973BB3B-AC62-8005-EC2D-AAA64E7989C1}"/>
          </ac:spMkLst>
        </pc:spChg>
        <pc:spChg chg="add">
          <ac:chgData name="Kelly Asche" userId="e65b4a93-a81a-4939-bbd4-30571e0b07ee" providerId="ADAL" clId="{6625907D-B7F6-054E-AF16-0D8CDDBEB05D}" dt="2023-11-12T15:50:17.692" v="1852" actId="26606"/>
          <ac:spMkLst>
            <pc:docMk/>
            <pc:sldMk cId="1796191078" sldId="892"/>
            <ac:spMk id="11" creationId="{4E4490D0-3672-446A-AC12-B4830333BDDD}"/>
          </ac:spMkLst>
        </pc:spChg>
        <pc:spChg chg="add">
          <ac:chgData name="Kelly Asche" userId="e65b4a93-a81a-4939-bbd4-30571e0b07ee" providerId="ADAL" clId="{6625907D-B7F6-054E-AF16-0D8CDDBEB05D}" dt="2023-11-12T15:50:17.692" v="1852" actId="26606"/>
          <ac:spMkLst>
            <pc:docMk/>
            <pc:sldMk cId="1796191078" sldId="892"/>
            <ac:spMk id="13" creationId="{39CB82C2-DF65-4EC1-8280-F201D50F570B}"/>
          </ac:spMkLst>
        </pc:spChg>
        <pc:spChg chg="add">
          <ac:chgData name="Kelly Asche" userId="e65b4a93-a81a-4939-bbd4-30571e0b07ee" providerId="ADAL" clId="{6625907D-B7F6-054E-AF16-0D8CDDBEB05D}" dt="2023-11-12T15:50:17.692" v="1852" actId="26606"/>
          <ac:spMkLst>
            <pc:docMk/>
            <pc:sldMk cId="1796191078" sldId="892"/>
            <ac:spMk id="17" creationId="{FA4CD5CB-D209-4D70-8CA4-629731C59219}"/>
          </ac:spMkLst>
        </pc:spChg>
        <pc:spChg chg="add">
          <ac:chgData name="Kelly Asche" userId="e65b4a93-a81a-4939-bbd4-30571e0b07ee" providerId="ADAL" clId="{6625907D-B7F6-054E-AF16-0D8CDDBEB05D}" dt="2023-11-12T15:50:17.692" v="1852" actId="26606"/>
          <ac:spMkLst>
            <pc:docMk/>
            <pc:sldMk cId="1796191078" sldId="892"/>
            <ac:spMk id="21" creationId="{B4C27B90-DF2B-4D00-BA07-18ED774CD2F1}"/>
          </ac:spMkLst>
        </pc:spChg>
        <pc:spChg chg="add">
          <ac:chgData name="Kelly Asche" userId="e65b4a93-a81a-4939-bbd4-30571e0b07ee" providerId="ADAL" clId="{6625907D-B7F6-054E-AF16-0D8CDDBEB05D}" dt="2023-11-12T15:50:17.692" v="1852" actId="26606"/>
          <ac:spMkLst>
            <pc:docMk/>
            <pc:sldMk cId="1796191078" sldId="892"/>
            <ac:spMk id="23" creationId="{593ACC25-C262-417A-8AA9-0641C772BDB6}"/>
          </ac:spMkLst>
        </pc:spChg>
        <pc:picChg chg="add del mod">
          <ac:chgData name="Kelly Asche" userId="e65b4a93-a81a-4939-bbd4-30571e0b07ee" providerId="ADAL" clId="{6625907D-B7F6-054E-AF16-0D8CDDBEB05D}" dt="2023-11-12T15:50:38.306" v="1855" actId="478"/>
          <ac:picMkLst>
            <pc:docMk/>
            <pc:sldMk cId="1796191078" sldId="892"/>
            <ac:picMk id="6" creationId="{2C66422F-BFC1-1A1E-2855-CF2E2BFBC798}"/>
          </ac:picMkLst>
        </pc:picChg>
        <pc:picChg chg="add mod">
          <ac:chgData name="Kelly Asche" userId="e65b4a93-a81a-4939-bbd4-30571e0b07ee" providerId="ADAL" clId="{6625907D-B7F6-054E-AF16-0D8CDDBEB05D}" dt="2023-11-12T15:50:52.374" v="1858" actId="1076"/>
          <ac:picMkLst>
            <pc:docMk/>
            <pc:sldMk cId="1796191078" sldId="892"/>
            <ac:picMk id="10" creationId="{778B87C6-19F7-0F39-1354-D7C20C089640}"/>
          </ac:picMkLst>
        </pc:picChg>
        <pc:cxnChg chg="add">
          <ac:chgData name="Kelly Asche" userId="e65b4a93-a81a-4939-bbd4-30571e0b07ee" providerId="ADAL" clId="{6625907D-B7F6-054E-AF16-0D8CDDBEB05D}" dt="2023-11-12T15:50:17.692" v="1852" actId="26606"/>
          <ac:cxnSpMkLst>
            <pc:docMk/>
            <pc:sldMk cId="1796191078" sldId="892"/>
            <ac:cxnSpMk id="15" creationId="{7E1D4427-852B-4B37-8E76-0E9F1810BA2A}"/>
          </ac:cxnSpMkLst>
        </pc:cxnChg>
        <pc:cxnChg chg="add">
          <ac:chgData name="Kelly Asche" userId="e65b4a93-a81a-4939-bbd4-30571e0b07ee" providerId="ADAL" clId="{6625907D-B7F6-054E-AF16-0D8CDDBEB05D}" dt="2023-11-12T15:50:17.692" v="1852" actId="26606"/>
          <ac:cxnSpMkLst>
            <pc:docMk/>
            <pc:sldMk cId="1796191078" sldId="892"/>
            <ac:cxnSpMk id="19" creationId="{5C6A2BAE-B461-4B55-8E1F-0722ABDD1393}"/>
          </ac:cxnSpMkLst>
        </pc:cxnChg>
      </pc:sldChg>
      <pc:sldChg chg="addSp delSp modSp new del mod setBg">
        <pc:chgData name="Kelly Asche" userId="e65b4a93-a81a-4939-bbd4-30571e0b07ee" providerId="ADAL" clId="{6625907D-B7F6-054E-AF16-0D8CDDBEB05D}" dt="2023-11-12T17:17:26.872" v="5172" actId="2696"/>
        <pc:sldMkLst>
          <pc:docMk/>
          <pc:sldMk cId="343051804" sldId="893"/>
        </pc:sldMkLst>
        <pc:spChg chg="mod">
          <ac:chgData name="Kelly Asche" userId="e65b4a93-a81a-4939-bbd4-30571e0b07ee" providerId="ADAL" clId="{6625907D-B7F6-054E-AF16-0D8CDDBEB05D}" dt="2023-11-12T15:56:52.483" v="1909" actId="20577"/>
          <ac:spMkLst>
            <pc:docMk/>
            <pc:sldMk cId="343051804" sldId="893"/>
            <ac:spMk id="2" creationId="{35EB41E6-8545-2784-FED1-DFC529981164}"/>
          </ac:spMkLst>
        </pc:spChg>
        <pc:spChg chg="del">
          <ac:chgData name="Kelly Asche" userId="e65b4a93-a81a-4939-bbd4-30571e0b07ee" providerId="ADAL" clId="{6625907D-B7F6-054E-AF16-0D8CDDBEB05D}" dt="2023-11-12T15:56:30.017" v="1860" actId="931"/>
          <ac:spMkLst>
            <pc:docMk/>
            <pc:sldMk cId="343051804" sldId="893"/>
            <ac:spMk id="3" creationId="{CF49233E-98C0-A47B-0084-4F12A6C559C5}"/>
          </ac:spMkLst>
        </pc:spChg>
        <pc:spChg chg="mod">
          <ac:chgData name="Kelly Asche" userId="e65b4a93-a81a-4939-bbd4-30571e0b07ee" providerId="ADAL" clId="{6625907D-B7F6-054E-AF16-0D8CDDBEB05D}" dt="2023-11-12T15:56:33.019" v="1861" actId="26606"/>
          <ac:spMkLst>
            <pc:docMk/>
            <pc:sldMk cId="343051804" sldId="893"/>
            <ac:spMk id="4" creationId="{8CD3B5AB-CCD6-F4FD-0AFF-C567D4BF7801}"/>
          </ac:spMkLst>
        </pc:spChg>
        <pc:spChg chg="add mod">
          <ac:chgData name="Kelly Asche" userId="e65b4a93-a81a-4939-bbd4-30571e0b07ee" providerId="ADAL" clId="{6625907D-B7F6-054E-AF16-0D8CDDBEB05D}" dt="2023-11-12T15:57:21.347" v="2049" actId="20577"/>
          <ac:spMkLst>
            <pc:docMk/>
            <pc:sldMk cId="343051804" sldId="893"/>
            <ac:spMk id="10" creationId="{F1E2695B-2A05-91FC-2374-226F0E286827}"/>
          </ac:spMkLst>
        </pc:spChg>
        <pc:spChg chg="add">
          <ac:chgData name="Kelly Asche" userId="e65b4a93-a81a-4939-bbd4-30571e0b07ee" providerId="ADAL" clId="{6625907D-B7F6-054E-AF16-0D8CDDBEB05D}" dt="2023-11-12T15:56:33.019" v="1861" actId="26606"/>
          <ac:spMkLst>
            <pc:docMk/>
            <pc:sldMk cId="343051804" sldId="893"/>
            <ac:spMk id="13" creationId="{7D379150-F6B4-45C8-BE10-6B278AD400EB}"/>
          </ac:spMkLst>
        </pc:spChg>
        <pc:spChg chg="add">
          <ac:chgData name="Kelly Asche" userId="e65b4a93-a81a-4939-bbd4-30571e0b07ee" providerId="ADAL" clId="{6625907D-B7F6-054E-AF16-0D8CDDBEB05D}" dt="2023-11-12T15:56:33.019" v="1861" actId="26606"/>
          <ac:spMkLst>
            <pc:docMk/>
            <pc:sldMk cId="343051804" sldId="893"/>
            <ac:spMk id="15" creationId="{5FFCF544-A370-4A5D-A95F-CA6E0E7191E6}"/>
          </ac:spMkLst>
        </pc:spChg>
        <pc:spChg chg="add">
          <ac:chgData name="Kelly Asche" userId="e65b4a93-a81a-4939-bbd4-30571e0b07ee" providerId="ADAL" clId="{6625907D-B7F6-054E-AF16-0D8CDDBEB05D}" dt="2023-11-12T15:56:33.019" v="1861" actId="26606"/>
          <ac:spMkLst>
            <pc:docMk/>
            <pc:sldMk cId="343051804" sldId="893"/>
            <ac:spMk id="19" creationId="{44CC594A-A820-450F-B363-C19201FCFEC6}"/>
          </ac:spMkLst>
        </pc:spChg>
        <pc:spChg chg="add">
          <ac:chgData name="Kelly Asche" userId="e65b4a93-a81a-4939-bbd4-30571e0b07ee" providerId="ADAL" clId="{6625907D-B7F6-054E-AF16-0D8CDDBEB05D}" dt="2023-11-12T15:56:33.019" v="1861" actId="26606"/>
          <ac:spMkLst>
            <pc:docMk/>
            <pc:sldMk cId="343051804" sldId="893"/>
            <ac:spMk id="21" creationId="{59FAB3DA-E9ED-4574-ABCC-378BC0FF1BBC}"/>
          </ac:spMkLst>
        </pc:spChg>
        <pc:spChg chg="add">
          <ac:chgData name="Kelly Asche" userId="e65b4a93-a81a-4939-bbd4-30571e0b07ee" providerId="ADAL" clId="{6625907D-B7F6-054E-AF16-0D8CDDBEB05D}" dt="2023-11-12T15:56:33.019" v="1861" actId="26606"/>
          <ac:spMkLst>
            <pc:docMk/>
            <pc:sldMk cId="343051804" sldId="893"/>
            <ac:spMk id="23" creationId="{53B8D6B0-55D6-48DC-86D8-FD95D5F118AB}"/>
          </ac:spMkLst>
        </pc:spChg>
        <pc:picChg chg="add mod">
          <ac:chgData name="Kelly Asche" userId="e65b4a93-a81a-4939-bbd4-30571e0b07ee" providerId="ADAL" clId="{6625907D-B7F6-054E-AF16-0D8CDDBEB05D}" dt="2023-11-12T15:56:39.382" v="1863" actId="1076"/>
          <ac:picMkLst>
            <pc:docMk/>
            <pc:sldMk cId="343051804" sldId="893"/>
            <ac:picMk id="6" creationId="{62529B01-939C-23B8-4050-2992B0698A76}"/>
          </ac:picMkLst>
        </pc:picChg>
        <pc:cxnChg chg="add">
          <ac:chgData name="Kelly Asche" userId="e65b4a93-a81a-4939-bbd4-30571e0b07ee" providerId="ADAL" clId="{6625907D-B7F6-054E-AF16-0D8CDDBEB05D}" dt="2023-11-12T15:56:33.019" v="1861" actId="26606"/>
          <ac:cxnSpMkLst>
            <pc:docMk/>
            <pc:sldMk cId="343051804" sldId="893"/>
            <ac:cxnSpMk id="17" creationId="{6EEB3B97-A638-498B-8083-54191CE71E01}"/>
          </ac:cxnSpMkLst>
        </pc:cxnChg>
      </pc:sldChg>
      <pc:sldChg chg="modSp add mod">
        <pc:chgData name="Kelly Asche" userId="e65b4a93-a81a-4939-bbd4-30571e0b07ee" providerId="ADAL" clId="{6625907D-B7F6-054E-AF16-0D8CDDBEB05D}" dt="2023-11-12T16:00:27.200" v="2138" actId="20577"/>
        <pc:sldMkLst>
          <pc:docMk/>
          <pc:sldMk cId="1006221376" sldId="894"/>
        </pc:sldMkLst>
        <pc:spChg chg="mod">
          <ac:chgData name="Kelly Asche" userId="e65b4a93-a81a-4939-bbd4-30571e0b07ee" providerId="ADAL" clId="{6625907D-B7F6-054E-AF16-0D8CDDBEB05D}" dt="2023-11-12T16:00:01.120" v="2052" actId="20577"/>
          <ac:spMkLst>
            <pc:docMk/>
            <pc:sldMk cId="1006221376" sldId="894"/>
            <ac:spMk id="2" creationId="{3B382894-EBEF-8363-2C26-7A782BE99D7E}"/>
          </ac:spMkLst>
        </pc:spChg>
        <pc:spChg chg="mod">
          <ac:chgData name="Kelly Asche" userId="e65b4a93-a81a-4939-bbd4-30571e0b07ee" providerId="ADAL" clId="{6625907D-B7F6-054E-AF16-0D8CDDBEB05D}" dt="2023-11-12T16:00:27.200" v="2138" actId="20577"/>
          <ac:spMkLst>
            <pc:docMk/>
            <pc:sldMk cId="1006221376" sldId="894"/>
            <ac:spMk id="3" creationId="{B6796CEB-E4B3-62D4-A9F4-06C85A233164}"/>
          </ac:spMkLst>
        </pc:spChg>
      </pc:sldChg>
      <pc:sldChg chg="addSp delSp modSp new mod setBg">
        <pc:chgData name="Kelly Asche" userId="e65b4a93-a81a-4939-bbd4-30571e0b07ee" providerId="ADAL" clId="{6625907D-B7F6-054E-AF16-0D8CDDBEB05D}" dt="2023-11-14T15:43:11.117" v="8475" actId="1076"/>
        <pc:sldMkLst>
          <pc:docMk/>
          <pc:sldMk cId="924408068" sldId="895"/>
        </pc:sldMkLst>
        <pc:spChg chg="mod">
          <ac:chgData name="Kelly Asche" userId="e65b4a93-a81a-4939-bbd4-30571e0b07ee" providerId="ADAL" clId="{6625907D-B7F6-054E-AF16-0D8CDDBEB05D}" dt="2023-11-12T16:02:58.529" v="2239" actId="20577"/>
          <ac:spMkLst>
            <pc:docMk/>
            <pc:sldMk cId="924408068" sldId="895"/>
            <ac:spMk id="2" creationId="{B033859E-02A8-ED22-CD2C-375DFAAF57F1}"/>
          </ac:spMkLst>
        </pc:spChg>
        <pc:spChg chg="del">
          <ac:chgData name="Kelly Asche" userId="e65b4a93-a81a-4939-bbd4-30571e0b07ee" providerId="ADAL" clId="{6625907D-B7F6-054E-AF16-0D8CDDBEB05D}" dt="2023-11-12T16:01:43.139" v="2140" actId="931"/>
          <ac:spMkLst>
            <pc:docMk/>
            <pc:sldMk cId="924408068" sldId="895"/>
            <ac:spMk id="3" creationId="{6587DAF2-38FA-14F7-21E8-884DC08B6D03}"/>
          </ac:spMkLst>
        </pc:spChg>
        <pc:spChg chg="add mod">
          <ac:chgData name="Kelly Asche" userId="e65b4a93-a81a-4939-bbd4-30571e0b07ee" providerId="ADAL" clId="{6625907D-B7F6-054E-AF16-0D8CDDBEB05D}" dt="2023-11-14T15:43:11.117" v="8475" actId="1076"/>
          <ac:spMkLst>
            <pc:docMk/>
            <pc:sldMk cId="924408068" sldId="895"/>
            <ac:spMk id="3" creationId="{DD60CD78-3425-7027-BFD1-D468656F65EA}"/>
          </ac:spMkLst>
        </pc:spChg>
        <pc:spChg chg="mod">
          <ac:chgData name="Kelly Asche" userId="e65b4a93-a81a-4939-bbd4-30571e0b07ee" providerId="ADAL" clId="{6625907D-B7F6-054E-AF16-0D8CDDBEB05D}" dt="2023-11-12T16:01:47.033" v="2141" actId="26606"/>
          <ac:spMkLst>
            <pc:docMk/>
            <pc:sldMk cId="924408068" sldId="895"/>
            <ac:spMk id="4" creationId="{291F2D60-17E9-1876-2CE3-527768BA91C6}"/>
          </ac:spMkLst>
        </pc:spChg>
        <pc:spChg chg="add del mod">
          <ac:chgData name="Kelly Asche" userId="e65b4a93-a81a-4939-bbd4-30571e0b07ee" providerId="ADAL" clId="{6625907D-B7F6-054E-AF16-0D8CDDBEB05D}" dt="2023-11-12T16:03:25.743" v="2456" actId="20577"/>
          <ac:spMkLst>
            <pc:docMk/>
            <pc:sldMk cId="924408068" sldId="895"/>
            <ac:spMk id="10" creationId="{B58A9B5B-3029-1E41-993D-7BFED1F32FEA}"/>
          </ac:spMkLst>
        </pc:spChg>
        <pc:spChg chg="add del mod">
          <ac:chgData name="Kelly Asche" userId="e65b4a93-a81a-4939-bbd4-30571e0b07ee" providerId="ADAL" clId="{6625907D-B7F6-054E-AF16-0D8CDDBEB05D}" dt="2023-11-12T16:02:19.607" v="2147" actId="478"/>
          <ac:spMkLst>
            <pc:docMk/>
            <pc:sldMk cId="924408068" sldId="895"/>
            <ac:spMk id="11" creationId="{EAA0A1DA-391D-1763-B144-070A2E8FF672}"/>
          </ac:spMkLst>
        </pc:spChg>
        <pc:spChg chg="add">
          <ac:chgData name="Kelly Asche" userId="e65b4a93-a81a-4939-bbd4-30571e0b07ee" providerId="ADAL" clId="{6625907D-B7F6-054E-AF16-0D8CDDBEB05D}" dt="2023-11-12T16:01:47.033" v="2141" actId="26606"/>
          <ac:spMkLst>
            <pc:docMk/>
            <pc:sldMk cId="924408068" sldId="895"/>
            <ac:spMk id="13" creationId="{7D379150-F6B4-45C8-BE10-6B278AD400EB}"/>
          </ac:spMkLst>
        </pc:spChg>
        <pc:spChg chg="add">
          <ac:chgData name="Kelly Asche" userId="e65b4a93-a81a-4939-bbd4-30571e0b07ee" providerId="ADAL" clId="{6625907D-B7F6-054E-AF16-0D8CDDBEB05D}" dt="2023-11-12T16:01:47.033" v="2141" actId="26606"/>
          <ac:spMkLst>
            <pc:docMk/>
            <pc:sldMk cId="924408068" sldId="895"/>
            <ac:spMk id="15" creationId="{5FFCF544-A370-4A5D-A95F-CA6E0E7191E6}"/>
          </ac:spMkLst>
        </pc:spChg>
        <pc:spChg chg="add">
          <ac:chgData name="Kelly Asche" userId="e65b4a93-a81a-4939-bbd4-30571e0b07ee" providerId="ADAL" clId="{6625907D-B7F6-054E-AF16-0D8CDDBEB05D}" dt="2023-11-12T16:01:47.033" v="2141" actId="26606"/>
          <ac:spMkLst>
            <pc:docMk/>
            <pc:sldMk cId="924408068" sldId="895"/>
            <ac:spMk id="19" creationId="{44CC594A-A820-450F-B363-C19201FCFEC6}"/>
          </ac:spMkLst>
        </pc:spChg>
        <pc:spChg chg="add">
          <ac:chgData name="Kelly Asche" userId="e65b4a93-a81a-4939-bbd4-30571e0b07ee" providerId="ADAL" clId="{6625907D-B7F6-054E-AF16-0D8CDDBEB05D}" dt="2023-11-12T16:01:47.033" v="2141" actId="26606"/>
          <ac:spMkLst>
            <pc:docMk/>
            <pc:sldMk cId="924408068" sldId="895"/>
            <ac:spMk id="21" creationId="{59FAB3DA-E9ED-4574-ABCC-378BC0FF1BBC}"/>
          </ac:spMkLst>
        </pc:spChg>
        <pc:spChg chg="add">
          <ac:chgData name="Kelly Asche" userId="e65b4a93-a81a-4939-bbd4-30571e0b07ee" providerId="ADAL" clId="{6625907D-B7F6-054E-AF16-0D8CDDBEB05D}" dt="2023-11-12T16:01:47.033" v="2141" actId="26606"/>
          <ac:spMkLst>
            <pc:docMk/>
            <pc:sldMk cId="924408068" sldId="895"/>
            <ac:spMk id="23" creationId="{53B8D6B0-55D6-48DC-86D8-FD95D5F118AB}"/>
          </ac:spMkLst>
        </pc:spChg>
        <pc:picChg chg="add del mod">
          <ac:chgData name="Kelly Asche" userId="e65b4a93-a81a-4939-bbd4-30571e0b07ee" providerId="ADAL" clId="{6625907D-B7F6-054E-AF16-0D8CDDBEB05D}" dt="2023-11-12T16:02:05.750" v="2144" actId="478"/>
          <ac:picMkLst>
            <pc:docMk/>
            <pc:sldMk cId="924408068" sldId="895"/>
            <ac:picMk id="6" creationId="{E9ADFE19-E365-52F2-AF64-081ABD72ACE5}"/>
          </ac:picMkLst>
        </pc:picChg>
        <pc:picChg chg="add del mod">
          <ac:chgData name="Kelly Asche" userId="e65b4a93-a81a-4939-bbd4-30571e0b07ee" providerId="ADAL" clId="{6625907D-B7F6-054E-AF16-0D8CDDBEB05D}" dt="2023-11-12T16:02:19.929" v="2148" actId="931"/>
          <ac:picMkLst>
            <pc:docMk/>
            <pc:sldMk cId="924408068" sldId="895"/>
            <ac:picMk id="8" creationId="{22852FB1-1F32-3569-3FE4-3DEBA55BAA04}"/>
          </ac:picMkLst>
        </pc:picChg>
        <pc:picChg chg="add mod">
          <ac:chgData name="Kelly Asche" userId="e65b4a93-a81a-4939-bbd4-30571e0b07ee" providerId="ADAL" clId="{6625907D-B7F6-054E-AF16-0D8CDDBEB05D}" dt="2023-11-12T16:02:41.886" v="2157" actId="1076"/>
          <ac:picMkLst>
            <pc:docMk/>
            <pc:sldMk cId="924408068" sldId="895"/>
            <ac:picMk id="14" creationId="{792F6C63-FE55-809E-F95C-652FD3F2AE63}"/>
          </ac:picMkLst>
        </pc:picChg>
        <pc:cxnChg chg="add">
          <ac:chgData name="Kelly Asche" userId="e65b4a93-a81a-4939-bbd4-30571e0b07ee" providerId="ADAL" clId="{6625907D-B7F6-054E-AF16-0D8CDDBEB05D}" dt="2023-11-12T16:01:47.033" v="2141" actId="26606"/>
          <ac:cxnSpMkLst>
            <pc:docMk/>
            <pc:sldMk cId="924408068" sldId="895"/>
            <ac:cxnSpMk id="17" creationId="{6EEB3B97-A638-498B-8083-54191CE71E01}"/>
          </ac:cxnSpMkLst>
        </pc:cxnChg>
      </pc:sldChg>
      <pc:sldChg chg="addSp delSp modSp new mod setBg">
        <pc:chgData name="Kelly Asche" userId="e65b4a93-a81a-4939-bbd4-30571e0b07ee" providerId="ADAL" clId="{6625907D-B7F6-054E-AF16-0D8CDDBEB05D}" dt="2023-11-14T15:43:16.849" v="8477" actId="1076"/>
        <pc:sldMkLst>
          <pc:docMk/>
          <pc:sldMk cId="1761591635" sldId="896"/>
        </pc:sldMkLst>
        <pc:spChg chg="mod">
          <ac:chgData name="Kelly Asche" userId="e65b4a93-a81a-4939-bbd4-30571e0b07ee" providerId="ADAL" clId="{6625907D-B7F6-054E-AF16-0D8CDDBEB05D}" dt="2023-11-12T16:07:27.053" v="2549" actId="20577"/>
          <ac:spMkLst>
            <pc:docMk/>
            <pc:sldMk cId="1761591635" sldId="896"/>
            <ac:spMk id="2" creationId="{455A0EB7-F3A2-6DDD-9654-91F4DE724F3A}"/>
          </ac:spMkLst>
        </pc:spChg>
        <pc:spChg chg="del">
          <ac:chgData name="Kelly Asche" userId="e65b4a93-a81a-4939-bbd4-30571e0b07ee" providerId="ADAL" clId="{6625907D-B7F6-054E-AF16-0D8CDDBEB05D}" dt="2023-11-12T16:06:52.044" v="2458" actId="931"/>
          <ac:spMkLst>
            <pc:docMk/>
            <pc:sldMk cId="1761591635" sldId="896"/>
            <ac:spMk id="3" creationId="{6D9121C7-52DC-B8AE-796A-4365B0B6BCF5}"/>
          </ac:spMkLst>
        </pc:spChg>
        <pc:spChg chg="add mod">
          <ac:chgData name="Kelly Asche" userId="e65b4a93-a81a-4939-bbd4-30571e0b07ee" providerId="ADAL" clId="{6625907D-B7F6-054E-AF16-0D8CDDBEB05D}" dt="2023-11-14T15:43:16.849" v="8477" actId="1076"/>
          <ac:spMkLst>
            <pc:docMk/>
            <pc:sldMk cId="1761591635" sldId="896"/>
            <ac:spMk id="3" creationId="{F20B0BEC-10D3-075D-A32A-1985B20D3BCB}"/>
          </ac:spMkLst>
        </pc:spChg>
        <pc:spChg chg="mod">
          <ac:chgData name="Kelly Asche" userId="e65b4a93-a81a-4939-bbd4-30571e0b07ee" providerId="ADAL" clId="{6625907D-B7F6-054E-AF16-0D8CDDBEB05D}" dt="2023-11-12T16:06:55.963" v="2459" actId="26606"/>
          <ac:spMkLst>
            <pc:docMk/>
            <pc:sldMk cId="1761591635" sldId="896"/>
            <ac:spMk id="4" creationId="{5A5F2878-761F-FA94-6331-B4AE82DCE7BA}"/>
          </ac:spMkLst>
        </pc:spChg>
        <pc:spChg chg="add">
          <ac:chgData name="Kelly Asche" userId="e65b4a93-a81a-4939-bbd4-30571e0b07ee" providerId="ADAL" clId="{6625907D-B7F6-054E-AF16-0D8CDDBEB05D}" dt="2023-11-12T16:06:55.963" v="2459" actId="26606"/>
          <ac:spMkLst>
            <pc:docMk/>
            <pc:sldMk cId="1761591635" sldId="896"/>
            <ac:spMk id="11" creationId="{4E4490D0-3672-446A-AC12-B4830333BDDD}"/>
          </ac:spMkLst>
        </pc:spChg>
        <pc:spChg chg="add">
          <ac:chgData name="Kelly Asche" userId="e65b4a93-a81a-4939-bbd4-30571e0b07ee" providerId="ADAL" clId="{6625907D-B7F6-054E-AF16-0D8CDDBEB05D}" dt="2023-11-12T16:06:55.963" v="2459" actId="26606"/>
          <ac:spMkLst>
            <pc:docMk/>
            <pc:sldMk cId="1761591635" sldId="896"/>
            <ac:spMk id="13" creationId="{39CB82C2-DF65-4EC1-8280-F201D50F570B}"/>
          </ac:spMkLst>
        </pc:spChg>
        <pc:spChg chg="add">
          <ac:chgData name="Kelly Asche" userId="e65b4a93-a81a-4939-bbd4-30571e0b07ee" providerId="ADAL" clId="{6625907D-B7F6-054E-AF16-0D8CDDBEB05D}" dt="2023-11-12T16:06:55.963" v="2459" actId="26606"/>
          <ac:spMkLst>
            <pc:docMk/>
            <pc:sldMk cId="1761591635" sldId="896"/>
            <ac:spMk id="17" creationId="{FA4CD5CB-D209-4D70-8CA4-629731C59219}"/>
          </ac:spMkLst>
        </pc:spChg>
        <pc:spChg chg="add">
          <ac:chgData name="Kelly Asche" userId="e65b4a93-a81a-4939-bbd4-30571e0b07ee" providerId="ADAL" clId="{6625907D-B7F6-054E-AF16-0D8CDDBEB05D}" dt="2023-11-12T16:06:55.963" v="2459" actId="26606"/>
          <ac:spMkLst>
            <pc:docMk/>
            <pc:sldMk cId="1761591635" sldId="896"/>
            <ac:spMk id="21" creationId="{B4C27B90-DF2B-4D00-BA07-18ED774CD2F1}"/>
          </ac:spMkLst>
        </pc:spChg>
        <pc:spChg chg="add">
          <ac:chgData name="Kelly Asche" userId="e65b4a93-a81a-4939-bbd4-30571e0b07ee" providerId="ADAL" clId="{6625907D-B7F6-054E-AF16-0D8CDDBEB05D}" dt="2023-11-12T16:06:55.963" v="2459" actId="26606"/>
          <ac:spMkLst>
            <pc:docMk/>
            <pc:sldMk cId="1761591635" sldId="896"/>
            <ac:spMk id="23" creationId="{593ACC25-C262-417A-8AA9-0641C772BDB6}"/>
          </ac:spMkLst>
        </pc:spChg>
        <pc:picChg chg="add mod">
          <ac:chgData name="Kelly Asche" userId="e65b4a93-a81a-4939-bbd4-30571e0b07ee" providerId="ADAL" clId="{6625907D-B7F6-054E-AF16-0D8CDDBEB05D}" dt="2023-11-12T16:07:01.445" v="2461" actId="1076"/>
          <ac:picMkLst>
            <pc:docMk/>
            <pc:sldMk cId="1761591635" sldId="896"/>
            <ac:picMk id="6" creationId="{BAD763AD-464D-C14F-516D-E6512D62CD66}"/>
          </ac:picMkLst>
        </pc:picChg>
        <pc:cxnChg chg="add">
          <ac:chgData name="Kelly Asche" userId="e65b4a93-a81a-4939-bbd4-30571e0b07ee" providerId="ADAL" clId="{6625907D-B7F6-054E-AF16-0D8CDDBEB05D}" dt="2023-11-12T16:06:55.963" v="2459" actId="26606"/>
          <ac:cxnSpMkLst>
            <pc:docMk/>
            <pc:sldMk cId="1761591635" sldId="896"/>
            <ac:cxnSpMk id="15" creationId="{7E1D4427-852B-4B37-8E76-0E9F1810BA2A}"/>
          </ac:cxnSpMkLst>
        </pc:cxnChg>
        <pc:cxnChg chg="add">
          <ac:chgData name="Kelly Asche" userId="e65b4a93-a81a-4939-bbd4-30571e0b07ee" providerId="ADAL" clId="{6625907D-B7F6-054E-AF16-0D8CDDBEB05D}" dt="2023-11-12T16:06:55.963" v="2459" actId="26606"/>
          <ac:cxnSpMkLst>
            <pc:docMk/>
            <pc:sldMk cId="1761591635" sldId="896"/>
            <ac:cxnSpMk id="19" creationId="{5C6A2BAE-B461-4B55-8E1F-0722ABDD1393}"/>
          </ac:cxnSpMkLst>
        </pc:cxnChg>
      </pc:sldChg>
      <pc:sldChg chg="modSp add mod">
        <pc:chgData name="Kelly Asche" userId="e65b4a93-a81a-4939-bbd4-30571e0b07ee" providerId="ADAL" clId="{6625907D-B7F6-054E-AF16-0D8CDDBEB05D}" dt="2023-11-12T16:12:00.956" v="2612" actId="20577"/>
        <pc:sldMkLst>
          <pc:docMk/>
          <pc:sldMk cId="2261574396" sldId="897"/>
        </pc:sldMkLst>
        <pc:spChg chg="mod">
          <ac:chgData name="Kelly Asche" userId="e65b4a93-a81a-4939-bbd4-30571e0b07ee" providerId="ADAL" clId="{6625907D-B7F6-054E-AF16-0D8CDDBEB05D}" dt="2023-11-12T16:11:53.451" v="2581" actId="20577"/>
          <ac:spMkLst>
            <pc:docMk/>
            <pc:sldMk cId="2261574396" sldId="897"/>
            <ac:spMk id="2" creationId="{3B382894-EBEF-8363-2C26-7A782BE99D7E}"/>
          </ac:spMkLst>
        </pc:spChg>
        <pc:spChg chg="mod">
          <ac:chgData name="Kelly Asche" userId="e65b4a93-a81a-4939-bbd4-30571e0b07ee" providerId="ADAL" clId="{6625907D-B7F6-054E-AF16-0D8CDDBEB05D}" dt="2023-11-12T16:12:00.956" v="2612" actId="20577"/>
          <ac:spMkLst>
            <pc:docMk/>
            <pc:sldMk cId="2261574396" sldId="897"/>
            <ac:spMk id="3" creationId="{B6796CEB-E4B3-62D4-A9F4-06C85A233164}"/>
          </ac:spMkLst>
        </pc:spChg>
      </pc:sldChg>
      <pc:sldChg chg="addSp delSp modSp add mod">
        <pc:chgData name="Kelly Asche" userId="e65b4a93-a81a-4939-bbd4-30571e0b07ee" providerId="ADAL" clId="{6625907D-B7F6-054E-AF16-0D8CDDBEB05D}" dt="2023-11-14T15:41:07.536" v="8302" actId="1076"/>
        <pc:sldMkLst>
          <pc:docMk/>
          <pc:sldMk cId="439894976" sldId="898"/>
        </pc:sldMkLst>
        <pc:spChg chg="mod">
          <ac:chgData name="Kelly Asche" userId="e65b4a93-a81a-4939-bbd4-30571e0b07ee" providerId="ADAL" clId="{6625907D-B7F6-054E-AF16-0D8CDDBEB05D}" dt="2023-11-12T16:34:24.896" v="3474" actId="20577"/>
          <ac:spMkLst>
            <pc:docMk/>
            <pc:sldMk cId="439894976" sldId="898"/>
            <ac:spMk id="3" creationId="{99DAEDC0-1FD3-F858-D203-1CA636A20DB3}"/>
          </ac:spMkLst>
        </pc:spChg>
        <pc:spChg chg="add mod">
          <ac:chgData name="Kelly Asche" userId="e65b4a93-a81a-4939-bbd4-30571e0b07ee" providerId="ADAL" clId="{6625907D-B7F6-054E-AF16-0D8CDDBEB05D}" dt="2023-11-14T15:41:07.536" v="8302" actId="1076"/>
          <ac:spMkLst>
            <pc:docMk/>
            <pc:sldMk cId="439894976" sldId="898"/>
            <ac:spMk id="4" creationId="{75FA5A6B-62CE-D658-5EE8-9587576CA228}"/>
          </ac:spMkLst>
        </pc:spChg>
        <pc:spChg chg="add del mod">
          <ac:chgData name="Kelly Asche" userId="e65b4a93-a81a-4939-bbd4-30571e0b07ee" providerId="ADAL" clId="{6625907D-B7F6-054E-AF16-0D8CDDBEB05D}" dt="2023-11-12T16:38:31.465" v="3640"/>
          <ac:spMkLst>
            <pc:docMk/>
            <pc:sldMk cId="439894976" sldId="898"/>
            <ac:spMk id="4" creationId="{EDFBB1A7-CE3F-3A98-6746-F527AE144AAE}"/>
          </ac:spMkLst>
        </pc:spChg>
        <pc:spChg chg="mod">
          <ac:chgData name="Kelly Asche" userId="e65b4a93-a81a-4939-bbd4-30571e0b07ee" providerId="ADAL" clId="{6625907D-B7F6-054E-AF16-0D8CDDBEB05D}" dt="2023-11-12T16:39:52.307" v="3658" actId="115"/>
          <ac:spMkLst>
            <pc:docMk/>
            <pc:sldMk cId="439894976" sldId="898"/>
            <ac:spMk id="6" creationId="{93E48C28-49F9-F116-332E-49014C04EE33}"/>
          </ac:spMkLst>
        </pc:spChg>
        <pc:spChg chg="mod">
          <ac:chgData name="Kelly Asche" userId="e65b4a93-a81a-4939-bbd4-30571e0b07ee" providerId="ADAL" clId="{6625907D-B7F6-054E-AF16-0D8CDDBEB05D}" dt="2023-11-12T16:37:24.232" v="3632" actId="207"/>
          <ac:spMkLst>
            <pc:docMk/>
            <pc:sldMk cId="439894976" sldId="898"/>
            <ac:spMk id="10" creationId="{61801EF9-910C-B823-330F-A74415E2F9B4}"/>
          </ac:spMkLst>
        </pc:spChg>
        <pc:spChg chg="add del">
          <ac:chgData name="Kelly Asche" userId="e65b4a93-a81a-4939-bbd4-30571e0b07ee" providerId="ADAL" clId="{6625907D-B7F6-054E-AF16-0D8CDDBEB05D}" dt="2023-11-12T16:38:29.108" v="3638" actId="22"/>
          <ac:spMkLst>
            <pc:docMk/>
            <pc:sldMk cId="439894976" sldId="898"/>
            <ac:spMk id="11" creationId="{20A287B6-9E79-F88A-2CC3-72895B0F628A}"/>
          </ac:spMkLst>
        </pc:spChg>
        <pc:graphicFrameChg chg="mod modGraphic">
          <ac:chgData name="Kelly Asche" userId="e65b4a93-a81a-4939-bbd4-30571e0b07ee" providerId="ADAL" clId="{6625907D-B7F6-054E-AF16-0D8CDDBEB05D}" dt="2023-11-12T16:40:15.903" v="3676" actId="20577"/>
          <ac:graphicFrameMkLst>
            <pc:docMk/>
            <pc:sldMk cId="439894976" sldId="898"/>
            <ac:graphicFrameMk id="5" creationId="{8ADACF2D-F851-5189-BC92-A58302A2FAB8}"/>
          </ac:graphicFrameMkLst>
        </pc:graphicFrameChg>
      </pc:sldChg>
      <pc:sldChg chg="addSp delSp modSp new del mod setBg">
        <pc:chgData name="Kelly Asche" userId="e65b4a93-a81a-4939-bbd4-30571e0b07ee" providerId="ADAL" clId="{6625907D-B7F6-054E-AF16-0D8CDDBEB05D}" dt="2023-11-12T16:28:22.640" v="3396" actId="2696"/>
        <pc:sldMkLst>
          <pc:docMk/>
          <pc:sldMk cId="1962975361" sldId="898"/>
        </pc:sldMkLst>
        <pc:spChg chg="mod">
          <ac:chgData name="Kelly Asche" userId="e65b4a93-a81a-4939-bbd4-30571e0b07ee" providerId="ADAL" clId="{6625907D-B7F6-054E-AF16-0D8CDDBEB05D}" dt="2023-11-12T16:23:35.516" v="3035" actId="26606"/>
          <ac:spMkLst>
            <pc:docMk/>
            <pc:sldMk cId="1962975361" sldId="898"/>
            <ac:spMk id="2" creationId="{0F557A18-FBE1-772D-577B-F4A0458023E0}"/>
          </ac:spMkLst>
        </pc:spChg>
        <pc:spChg chg="del">
          <ac:chgData name="Kelly Asche" userId="e65b4a93-a81a-4939-bbd4-30571e0b07ee" providerId="ADAL" clId="{6625907D-B7F6-054E-AF16-0D8CDDBEB05D}" dt="2023-11-12T16:19:21.993" v="2732" actId="1032"/>
          <ac:spMkLst>
            <pc:docMk/>
            <pc:sldMk cId="1962975361" sldId="898"/>
            <ac:spMk id="3" creationId="{DADDCC13-013A-BB7D-1D7A-78A994595D45}"/>
          </ac:spMkLst>
        </pc:spChg>
        <pc:spChg chg="mod">
          <ac:chgData name="Kelly Asche" userId="e65b4a93-a81a-4939-bbd4-30571e0b07ee" providerId="ADAL" clId="{6625907D-B7F6-054E-AF16-0D8CDDBEB05D}" dt="2023-11-12T16:23:35.516" v="3035" actId="26606"/>
          <ac:spMkLst>
            <pc:docMk/>
            <pc:sldMk cId="1962975361" sldId="898"/>
            <ac:spMk id="4" creationId="{FF5FD7E4-1AFA-5DC7-170E-11AFE725F928}"/>
          </ac:spMkLst>
        </pc:spChg>
        <pc:spChg chg="add del">
          <ac:chgData name="Kelly Asche" userId="e65b4a93-a81a-4939-bbd4-30571e0b07ee" providerId="ADAL" clId="{6625907D-B7F6-054E-AF16-0D8CDDBEB05D}" dt="2023-11-12T16:23:35.516" v="3035" actId="26606"/>
          <ac:spMkLst>
            <pc:docMk/>
            <pc:sldMk cId="1962975361" sldId="898"/>
            <ac:spMk id="10" creationId="{7D379150-F6B4-45C8-BE10-6B278AD400EB}"/>
          </ac:spMkLst>
        </pc:spChg>
        <pc:spChg chg="add del">
          <ac:chgData name="Kelly Asche" userId="e65b4a93-a81a-4939-bbd4-30571e0b07ee" providerId="ADAL" clId="{6625907D-B7F6-054E-AF16-0D8CDDBEB05D}" dt="2023-11-12T16:23:35.516" v="3035" actId="26606"/>
          <ac:spMkLst>
            <pc:docMk/>
            <pc:sldMk cId="1962975361" sldId="898"/>
            <ac:spMk id="12" creationId="{5FFCF544-A370-4A5D-A95F-CA6E0E7191E6}"/>
          </ac:spMkLst>
        </pc:spChg>
        <pc:spChg chg="add del">
          <ac:chgData name="Kelly Asche" userId="e65b4a93-a81a-4939-bbd4-30571e0b07ee" providerId="ADAL" clId="{6625907D-B7F6-054E-AF16-0D8CDDBEB05D}" dt="2023-11-12T16:23:35.516" v="3035" actId="26606"/>
          <ac:spMkLst>
            <pc:docMk/>
            <pc:sldMk cId="1962975361" sldId="898"/>
            <ac:spMk id="16" creationId="{44CC594A-A820-450F-B363-C19201FCFEC6}"/>
          </ac:spMkLst>
        </pc:spChg>
        <pc:spChg chg="add del">
          <ac:chgData name="Kelly Asche" userId="e65b4a93-a81a-4939-bbd4-30571e0b07ee" providerId="ADAL" clId="{6625907D-B7F6-054E-AF16-0D8CDDBEB05D}" dt="2023-11-12T16:23:35.516" v="3035" actId="26606"/>
          <ac:spMkLst>
            <pc:docMk/>
            <pc:sldMk cId="1962975361" sldId="898"/>
            <ac:spMk id="18" creationId="{59FAB3DA-E9ED-4574-ABCC-378BC0FF1BBC}"/>
          </ac:spMkLst>
        </pc:spChg>
        <pc:spChg chg="add del">
          <ac:chgData name="Kelly Asche" userId="e65b4a93-a81a-4939-bbd4-30571e0b07ee" providerId="ADAL" clId="{6625907D-B7F6-054E-AF16-0D8CDDBEB05D}" dt="2023-11-12T16:23:35.516" v="3035" actId="26606"/>
          <ac:spMkLst>
            <pc:docMk/>
            <pc:sldMk cId="1962975361" sldId="898"/>
            <ac:spMk id="20" creationId="{53B8D6B0-55D6-48DC-86D8-FD95D5F118AB}"/>
          </ac:spMkLst>
        </pc:spChg>
        <pc:graphicFrameChg chg="add mod ord modGraphic">
          <ac:chgData name="Kelly Asche" userId="e65b4a93-a81a-4939-bbd4-30571e0b07ee" providerId="ADAL" clId="{6625907D-B7F6-054E-AF16-0D8CDDBEB05D}" dt="2023-11-12T16:23:35.516" v="3035" actId="26606"/>
          <ac:graphicFrameMkLst>
            <pc:docMk/>
            <pc:sldMk cId="1962975361" sldId="898"/>
            <ac:graphicFrameMk id="5" creationId="{AF0FA4CE-0EB9-0C05-0487-CC0A137C0FE2}"/>
          </ac:graphicFrameMkLst>
        </pc:graphicFrameChg>
        <pc:cxnChg chg="add del">
          <ac:chgData name="Kelly Asche" userId="e65b4a93-a81a-4939-bbd4-30571e0b07ee" providerId="ADAL" clId="{6625907D-B7F6-054E-AF16-0D8CDDBEB05D}" dt="2023-11-12T16:23:35.516" v="3035" actId="26606"/>
          <ac:cxnSpMkLst>
            <pc:docMk/>
            <pc:sldMk cId="1962975361" sldId="898"/>
            <ac:cxnSpMk id="14" creationId="{6EEB3B97-A638-498B-8083-54191CE71E01}"/>
          </ac:cxnSpMkLst>
        </pc:cxnChg>
      </pc:sldChg>
      <pc:sldChg chg="addSp delSp modSp add del mod">
        <pc:chgData name="Kelly Asche" userId="e65b4a93-a81a-4939-bbd4-30571e0b07ee" providerId="ADAL" clId="{6625907D-B7F6-054E-AF16-0D8CDDBEB05D}" dt="2023-11-12T16:32:28.247" v="3398" actId="2696"/>
        <pc:sldMkLst>
          <pc:docMk/>
          <pc:sldMk cId="1073857078" sldId="899"/>
        </pc:sldMkLst>
        <pc:spChg chg="mod">
          <ac:chgData name="Kelly Asche" userId="e65b4a93-a81a-4939-bbd4-30571e0b07ee" providerId="ADAL" clId="{6625907D-B7F6-054E-AF16-0D8CDDBEB05D}" dt="2023-11-12T16:24:39.114" v="3081" actId="20577"/>
          <ac:spMkLst>
            <pc:docMk/>
            <pc:sldMk cId="1073857078" sldId="899"/>
            <ac:spMk id="3" creationId="{4CD1FBA1-D0E7-59B3-B1BF-AAA2FABFEE90}"/>
          </ac:spMkLst>
        </pc:spChg>
        <pc:spChg chg="mod">
          <ac:chgData name="Kelly Asche" userId="e65b4a93-a81a-4939-bbd4-30571e0b07ee" providerId="ADAL" clId="{6625907D-B7F6-054E-AF16-0D8CDDBEB05D}" dt="2023-11-12T16:25:59.957" v="3380" actId="20577"/>
          <ac:spMkLst>
            <pc:docMk/>
            <pc:sldMk cId="1073857078" sldId="899"/>
            <ac:spMk id="14" creationId="{6C44830C-2EC0-D417-8CF6-6D036D42A21A}"/>
          </ac:spMkLst>
        </pc:spChg>
        <pc:graphicFrameChg chg="add mod">
          <ac:chgData name="Kelly Asche" userId="e65b4a93-a81a-4939-bbd4-30571e0b07ee" providerId="ADAL" clId="{6625907D-B7F6-054E-AF16-0D8CDDBEB05D}" dt="2023-11-12T16:27:41.597" v="3395" actId="20577"/>
          <ac:graphicFrameMkLst>
            <pc:docMk/>
            <pc:sldMk cId="1073857078" sldId="899"/>
            <ac:graphicFrameMk id="4" creationId="{32D0F3E0-AB9A-9D35-4043-A1246465094E}"/>
          </ac:graphicFrameMkLst>
        </pc:graphicFrameChg>
        <pc:picChg chg="del">
          <ac:chgData name="Kelly Asche" userId="e65b4a93-a81a-4939-bbd4-30571e0b07ee" providerId="ADAL" clId="{6625907D-B7F6-054E-AF16-0D8CDDBEB05D}" dt="2023-11-12T16:23:56.545" v="3037" actId="478"/>
          <ac:picMkLst>
            <pc:docMk/>
            <pc:sldMk cId="1073857078" sldId="899"/>
            <ac:picMk id="12" creationId="{2C92E57B-A4C5-01A3-7029-2581F74E60FA}"/>
          </ac:picMkLst>
        </pc:picChg>
      </pc:sldChg>
      <pc:sldChg chg="addSp delSp modSp new del mod setBg modClrScheme chgLayout">
        <pc:chgData name="Kelly Asche" userId="e65b4a93-a81a-4939-bbd4-30571e0b07ee" providerId="ADAL" clId="{6625907D-B7F6-054E-AF16-0D8CDDBEB05D}" dt="2023-11-12T16:53:20.901" v="3719" actId="2696"/>
        <pc:sldMkLst>
          <pc:docMk/>
          <pc:sldMk cId="1804963821" sldId="899"/>
        </pc:sldMkLst>
        <pc:spChg chg="mod ord">
          <ac:chgData name="Kelly Asche" userId="e65b4a93-a81a-4939-bbd4-30571e0b07ee" providerId="ADAL" clId="{6625907D-B7F6-054E-AF16-0D8CDDBEB05D}" dt="2023-11-12T16:52:46.681" v="3714" actId="1076"/>
          <ac:spMkLst>
            <pc:docMk/>
            <pc:sldMk cId="1804963821" sldId="899"/>
            <ac:spMk id="2" creationId="{9C44B39F-1DBE-9B2C-FD5F-22DE147281A0}"/>
          </ac:spMkLst>
        </pc:spChg>
        <pc:spChg chg="del mod">
          <ac:chgData name="Kelly Asche" userId="e65b4a93-a81a-4939-bbd4-30571e0b07ee" providerId="ADAL" clId="{6625907D-B7F6-054E-AF16-0D8CDDBEB05D}" dt="2023-11-12T16:52:32.508" v="3708" actId="478"/>
          <ac:spMkLst>
            <pc:docMk/>
            <pc:sldMk cId="1804963821" sldId="899"/>
            <ac:spMk id="3" creationId="{33286C0A-CBCE-8513-7C35-B10D2E2C8A4F}"/>
          </ac:spMkLst>
        </pc:spChg>
        <pc:spChg chg="mod ord">
          <ac:chgData name="Kelly Asche" userId="e65b4a93-a81a-4939-bbd4-30571e0b07ee" providerId="ADAL" clId="{6625907D-B7F6-054E-AF16-0D8CDDBEB05D}" dt="2023-11-12T16:52:41.029" v="3711" actId="700"/>
          <ac:spMkLst>
            <pc:docMk/>
            <pc:sldMk cId="1804963821" sldId="899"/>
            <ac:spMk id="4" creationId="{9F3A4E0B-5B85-5AEE-F3A8-973225246CF4}"/>
          </ac:spMkLst>
        </pc:spChg>
        <pc:spChg chg="add del mod">
          <ac:chgData name="Kelly Asche" userId="e65b4a93-a81a-4939-bbd4-30571e0b07ee" providerId="ADAL" clId="{6625907D-B7F6-054E-AF16-0D8CDDBEB05D}" dt="2023-11-12T16:52:34.552" v="3710"/>
          <ac:spMkLst>
            <pc:docMk/>
            <pc:sldMk cId="1804963821" sldId="899"/>
            <ac:spMk id="5" creationId="{D26A6C0B-479A-67A3-192F-7126B725BE8A}"/>
          </ac:spMkLst>
        </pc:spChg>
        <pc:spChg chg="add mod">
          <ac:chgData name="Kelly Asche" userId="e65b4a93-a81a-4939-bbd4-30571e0b07ee" providerId="ADAL" clId="{6625907D-B7F6-054E-AF16-0D8CDDBEB05D}" dt="2023-11-12T16:53:14.616" v="3718" actId="1076"/>
          <ac:spMkLst>
            <pc:docMk/>
            <pc:sldMk cId="1804963821" sldId="899"/>
            <ac:spMk id="6" creationId="{0922282E-2F56-F4E0-5B3D-9B58677FC6DB}"/>
          </ac:spMkLst>
        </pc:spChg>
      </pc:sldChg>
      <pc:sldChg chg="addSp delSp modSp add mod">
        <pc:chgData name="Kelly Asche" userId="e65b4a93-a81a-4939-bbd4-30571e0b07ee" providerId="ADAL" clId="{6625907D-B7F6-054E-AF16-0D8CDDBEB05D}" dt="2023-11-14T15:42:49.134" v="8469" actId="20577"/>
        <pc:sldMkLst>
          <pc:docMk/>
          <pc:sldMk cId="2214737888" sldId="899"/>
        </pc:sldMkLst>
        <pc:spChg chg="mod">
          <ac:chgData name="Kelly Asche" userId="e65b4a93-a81a-4939-bbd4-30571e0b07ee" providerId="ADAL" clId="{6625907D-B7F6-054E-AF16-0D8CDDBEB05D}" dt="2023-11-12T16:58:16.062" v="4008" actId="27636"/>
          <ac:spMkLst>
            <pc:docMk/>
            <pc:sldMk cId="2214737888" sldId="899"/>
            <ac:spMk id="2" creationId="{35EB41E6-8545-2784-FED1-DFC529981164}"/>
          </ac:spMkLst>
        </pc:spChg>
        <pc:spChg chg="add mod">
          <ac:chgData name="Kelly Asche" userId="e65b4a93-a81a-4939-bbd4-30571e0b07ee" providerId="ADAL" clId="{6625907D-B7F6-054E-AF16-0D8CDDBEB05D}" dt="2023-11-13T14:26:18.842" v="5569" actId="207"/>
          <ac:spMkLst>
            <pc:docMk/>
            <pc:sldMk cId="2214737888" sldId="899"/>
            <ac:spMk id="3" creationId="{D646570A-B4C0-DF07-9152-7EBE1F275F33}"/>
          </ac:spMkLst>
        </pc:spChg>
        <pc:spChg chg="add mod">
          <ac:chgData name="Kelly Asche" userId="e65b4a93-a81a-4939-bbd4-30571e0b07ee" providerId="ADAL" clId="{6625907D-B7F6-054E-AF16-0D8CDDBEB05D}" dt="2023-11-13T14:26:26.588" v="5570" actId="207"/>
          <ac:spMkLst>
            <pc:docMk/>
            <pc:sldMk cId="2214737888" sldId="899"/>
            <ac:spMk id="5" creationId="{30EF27B6-C1B2-795A-03B8-1E11D9319E9A}"/>
          </ac:spMkLst>
        </pc:spChg>
        <pc:spChg chg="add mod">
          <ac:chgData name="Kelly Asche" userId="e65b4a93-a81a-4939-bbd4-30571e0b07ee" providerId="ADAL" clId="{6625907D-B7F6-054E-AF16-0D8CDDBEB05D}" dt="2023-11-14T15:42:49.134" v="8469" actId="20577"/>
          <ac:spMkLst>
            <pc:docMk/>
            <pc:sldMk cId="2214737888" sldId="899"/>
            <ac:spMk id="6" creationId="{A0AEF550-78FB-5B59-5153-6F0F1CF93634}"/>
          </ac:spMkLst>
        </pc:spChg>
        <pc:spChg chg="add mod">
          <ac:chgData name="Kelly Asche" userId="e65b4a93-a81a-4939-bbd4-30571e0b07ee" providerId="ADAL" clId="{6625907D-B7F6-054E-AF16-0D8CDDBEB05D}" dt="2023-11-12T16:55:04.380" v="3732" actId="13822"/>
          <ac:spMkLst>
            <pc:docMk/>
            <pc:sldMk cId="2214737888" sldId="899"/>
            <ac:spMk id="7" creationId="{01D7A2D1-7069-5591-6B19-0432F0D54DB0}"/>
          </ac:spMkLst>
        </pc:spChg>
        <pc:spChg chg="add mod">
          <ac:chgData name="Kelly Asche" userId="e65b4a93-a81a-4939-bbd4-30571e0b07ee" providerId="ADAL" clId="{6625907D-B7F6-054E-AF16-0D8CDDBEB05D}" dt="2023-11-12T16:55:27.313" v="3739" actId="14100"/>
          <ac:spMkLst>
            <pc:docMk/>
            <pc:sldMk cId="2214737888" sldId="899"/>
            <ac:spMk id="8" creationId="{F2BF029B-1B25-7F23-F868-032611648865}"/>
          </ac:spMkLst>
        </pc:spChg>
        <pc:spChg chg="add mod">
          <ac:chgData name="Kelly Asche" userId="e65b4a93-a81a-4939-bbd4-30571e0b07ee" providerId="ADAL" clId="{6625907D-B7F6-054E-AF16-0D8CDDBEB05D}" dt="2023-11-12T16:56:18.462" v="3848" actId="1076"/>
          <ac:spMkLst>
            <pc:docMk/>
            <pc:sldMk cId="2214737888" sldId="899"/>
            <ac:spMk id="9" creationId="{9FCA7E21-EE3B-F2A9-F61D-3BD3977F3577}"/>
          </ac:spMkLst>
        </pc:spChg>
        <pc:spChg chg="mod">
          <ac:chgData name="Kelly Asche" userId="e65b4a93-a81a-4939-bbd4-30571e0b07ee" providerId="ADAL" clId="{6625907D-B7F6-054E-AF16-0D8CDDBEB05D}" dt="2023-11-12T17:00:50.446" v="4529" actId="20577"/>
          <ac:spMkLst>
            <pc:docMk/>
            <pc:sldMk cId="2214737888" sldId="899"/>
            <ac:spMk id="10" creationId="{F1E2695B-2A05-91FC-2374-226F0E286827}"/>
          </ac:spMkLst>
        </pc:spChg>
        <pc:spChg chg="add mod">
          <ac:chgData name="Kelly Asche" userId="e65b4a93-a81a-4939-bbd4-30571e0b07ee" providerId="ADAL" clId="{6625907D-B7F6-054E-AF16-0D8CDDBEB05D}" dt="2023-11-12T16:56:45.578" v="3907" actId="1076"/>
          <ac:spMkLst>
            <pc:docMk/>
            <pc:sldMk cId="2214737888" sldId="899"/>
            <ac:spMk id="11" creationId="{04DA4E3C-E017-FE22-AE26-AE08AEF47315}"/>
          </ac:spMkLst>
        </pc:spChg>
        <pc:spChg chg="add mod">
          <ac:chgData name="Kelly Asche" userId="e65b4a93-a81a-4939-bbd4-30571e0b07ee" providerId="ADAL" clId="{6625907D-B7F6-054E-AF16-0D8CDDBEB05D}" dt="2023-11-12T16:57:27.165" v="3925"/>
          <ac:spMkLst>
            <pc:docMk/>
            <pc:sldMk cId="2214737888" sldId="899"/>
            <ac:spMk id="12" creationId="{1D687375-49B1-8FE8-7177-8F38E8CF8F54}"/>
          </ac:spMkLst>
        </pc:spChg>
        <pc:spChg chg="add mod">
          <ac:chgData name="Kelly Asche" userId="e65b4a93-a81a-4939-bbd4-30571e0b07ee" providerId="ADAL" clId="{6625907D-B7F6-054E-AF16-0D8CDDBEB05D}" dt="2023-11-12T16:57:53.396" v="3932" actId="20577"/>
          <ac:spMkLst>
            <pc:docMk/>
            <pc:sldMk cId="2214737888" sldId="899"/>
            <ac:spMk id="14" creationId="{7DD1C444-803B-3581-0BE7-AC8E636A2CD3}"/>
          </ac:spMkLst>
        </pc:spChg>
        <pc:spChg chg="add mod">
          <ac:chgData name="Kelly Asche" userId="e65b4a93-a81a-4939-bbd4-30571e0b07ee" providerId="ADAL" clId="{6625907D-B7F6-054E-AF16-0D8CDDBEB05D}" dt="2023-11-12T17:00:12.894" v="4430" actId="207"/>
          <ac:spMkLst>
            <pc:docMk/>
            <pc:sldMk cId="2214737888" sldId="899"/>
            <ac:spMk id="16" creationId="{8F3A5BA1-31E7-C199-9B23-A3208266820E}"/>
          </ac:spMkLst>
        </pc:spChg>
        <pc:picChg chg="del">
          <ac:chgData name="Kelly Asche" userId="e65b4a93-a81a-4939-bbd4-30571e0b07ee" providerId="ADAL" clId="{6625907D-B7F6-054E-AF16-0D8CDDBEB05D}" dt="2023-11-12T16:53:31.046" v="3721" actId="478"/>
          <ac:picMkLst>
            <pc:docMk/>
            <pc:sldMk cId="2214737888" sldId="899"/>
            <ac:picMk id="6" creationId="{62529B01-939C-23B8-4050-2992B0698A76}"/>
          </ac:picMkLst>
        </pc:picChg>
      </pc:sldChg>
      <pc:sldChg chg="addSp delSp modSp new mod">
        <pc:chgData name="Kelly Asche" userId="e65b4a93-a81a-4939-bbd4-30571e0b07ee" providerId="ADAL" clId="{6625907D-B7F6-054E-AF16-0D8CDDBEB05D}" dt="2023-11-14T15:43:03.800" v="8473" actId="1076"/>
        <pc:sldMkLst>
          <pc:docMk/>
          <pc:sldMk cId="3406996162" sldId="900"/>
        </pc:sldMkLst>
        <pc:spChg chg="mod">
          <ac:chgData name="Kelly Asche" userId="e65b4a93-a81a-4939-bbd4-30571e0b07ee" providerId="ADAL" clId="{6625907D-B7F6-054E-AF16-0D8CDDBEB05D}" dt="2023-11-13T16:02:44.574" v="6030" actId="20577"/>
          <ac:spMkLst>
            <pc:docMk/>
            <pc:sldMk cId="3406996162" sldId="900"/>
            <ac:spMk id="2" creationId="{302DDB55-E2AB-6536-2A8C-0E49B3450EDC}"/>
          </ac:spMkLst>
        </pc:spChg>
        <pc:spChg chg="add del">
          <ac:chgData name="Kelly Asche" userId="e65b4a93-a81a-4939-bbd4-30571e0b07ee" providerId="ADAL" clId="{6625907D-B7F6-054E-AF16-0D8CDDBEB05D}" dt="2023-11-12T17:07:08.956" v="4541" actId="1032"/>
          <ac:spMkLst>
            <pc:docMk/>
            <pc:sldMk cId="3406996162" sldId="900"/>
            <ac:spMk id="3" creationId="{5FC0BB29-9E1F-FD4D-6B07-DEC1B5FE6002}"/>
          </ac:spMkLst>
        </pc:spChg>
        <pc:spChg chg="add mod">
          <ac:chgData name="Kelly Asche" userId="e65b4a93-a81a-4939-bbd4-30571e0b07ee" providerId="ADAL" clId="{6625907D-B7F6-054E-AF16-0D8CDDBEB05D}" dt="2023-11-14T15:43:03.800" v="8473" actId="1076"/>
          <ac:spMkLst>
            <pc:docMk/>
            <pc:sldMk cId="3406996162" sldId="900"/>
            <ac:spMk id="3" creationId="{A53C9C04-57EC-CA60-31CC-6A0F4B877A25}"/>
          </ac:spMkLst>
        </pc:spChg>
        <pc:spChg chg="add mod">
          <ac:chgData name="Kelly Asche" userId="e65b4a93-a81a-4939-bbd4-30571e0b07ee" providerId="ADAL" clId="{6625907D-B7F6-054E-AF16-0D8CDDBEB05D}" dt="2023-11-13T16:03:10.270" v="6033" actId="1076"/>
          <ac:spMkLst>
            <pc:docMk/>
            <pc:sldMk cId="3406996162" sldId="900"/>
            <ac:spMk id="8" creationId="{070843B0-A8D0-EA05-9439-A1C8D2C972C9}"/>
          </ac:spMkLst>
        </pc:spChg>
        <pc:spChg chg="add del mod">
          <ac:chgData name="Kelly Asche" userId="e65b4a93-a81a-4939-bbd4-30571e0b07ee" providerId="ADAL" clId="{6625907D-B7F6-054E-AF16-0D8CDDBEB05D}" dt="2023-11-12T17:11:11.240" v="4959" actId="3680"/>
          <ac:spMkLst>
            <pc:docMk/>
            <pc:sldMk cId="3406996162" sldId="900"/>
            <ac:spMk id="8" creationId="{1FD88EA5-030A-22B5-A221-06E7513F3205}"/>
          </ac:spMkLst>
        </pc:spChg>
        <pc:spChg chg="add mod">
          <ac:chgData name="Kelly Asche" userId="e65b4a93-a81a-4939-bbd4-30571e0b07ee" providerId="ADAL" clId="{6625907D-B7F6-054E-AF16-0D8CDDBEB05D}" dt="2023-11-13T16:03:22.519" v="6038" actId="1076"/>
          <ac:spMkLst>
            <pc:docMk/>
            <pc:sldMk cId="3406996162" sldId="900"/>
            <ac:spMk id="10" creationId="{2D1E475B-F1F1-1727-603D-FB60CE31FF33}"/>
          </ac:spMkLst>
        </pc:spChg>
        <pc:spChg chg="add del mod">
          <ac:chgData name="Kelly Asche" userId="e65b4a93-a81a-4939-bbd4-30571e0b07ee" providerId="ADAL" clId="{6625907D-B7F6-054E-AF16-0D8CDDBEB05D}" dt="2023-11-12T17:15:08.704" v="5090"/>
          <ac:spMkLst>
            <pc:docMk/>
            <pc:sldMk cId="3406996162" sldId="900"/>
            <ac:spMk id="14" creationId="{50D8BB14-A945-34D7-9DD4-399F0CA0C6A9}"/>
          </ac:spMkLst>
        </pc:spChg>
        <pc:spChg chg="add mod">
          <ac:chgData name="Kelly Asche" userId="e65b4a93-a81a-4939-bbd4-30571e0b07ee" providerId="ADAL" clId="{6625907D-B7F6-054E-AF16-0D8CDDBEB05D}" dt="2023-11-13T16:03:30.955" v="6041" actId="20577"/>
          <ac:spMkLst>
            <pc:docMk/>
            <pc:sldMk cId="3406996162" sldId="900"/>
            <ac:spMk id="14" creationId="{5CAC2C44-EF93-5489-306A-7D2220A568C0}"/>
          </ac:spMkLst>
        </pc:spChg>
        <pc:spChg chg="add del mod">
          <ac:chgData name="Kelly Asche" userId="e65b4a93-a81a-4939-bbd4-30571e0b07ee" providerId="ADAL" clId="{6625907D-B7F6-054E-AF16-0D8CDDBEB05D}" dt="2023-11-13T16:13:48.471" v="6055" actId="478"/>
          <ac:spMkLst>
            <pc:docMk/>
            <pc:sldMk cId="3406996162" sldId="900"/>
            <ac:spMk id="29" creationId="{34C6A588-A744-E134-B504-641C1BC8F656}"/>
          </ac:spMkLst>
        </pc:spChg>
        <pc:graphicFrameChg chg="add del mod modGraphic">
          <ac:chgData name="Kelly Asche" userId="e65b4a93-a81a-4939-bbd4-30571e0b07ee" providerId="ADAL" clId="{6625907D-B7F6-054E-AF16-0D8CDDBEB05D}" dt="2023-11-13T15:48:35.144" v="6018" actId="478"/>
          <ac:graphicFrameMkLst>
            <pc:docMk/>
            <pc:sldMk cId="3406996162" sldId="900"/>
            <ac:graphicFrameMk id="3" creationId="{CF2B1453-CA82-BD53-8C93-19C38D7AE841}"/>
          </ac:graphicFrameMkLst>
        </pc:graphicFrameChg>
        <pc:graphicFrameChg chg="add del mod modGraphic">
          <ac:chgData name="Kelly Asche" userId="e65b4a93-a81a-4939-bbd4-30571e0b07ee" providerId="ADAL" clId="{6625907D-B7F6-054E-AF16-0D8CDDBEB05D}" dt="2023-11-12T17:07:04.616" v="4540" actId="1032"/>
          <ac:graphicFrameMkLst>
            <pc:docMk/>
            <pc:sldMk cId="3406996162" sldId="900"/>
            <ac:graphicFrameMk id="5" creationId="{99B324D9-AA46-B539-1AEE-EF02F99D7B07}"/>
          </ac:graphicFrameMkLst>
        </pc:graphicFrameChg>
        <pc:graphicFrameChg chg="add del mod modGraphic">
          <ac:chgData name="Kelly Asche" userId="e65b4a93-a81a-4939-bbd4-30571e0b07ee" providerId="ADAL" clId="{6625907D-B7F6-054E-AF16-0D8CDDBEB05D}" dt="2023-11-12T17:11:05.297" v="4958" actId="478"/>
          <ac:graphicFrameMkLst>
            <pc:docMk/>
            <pc:sldMk cId="3406996162" sldId="900"/>
            <ac:graphicFrameMk id="6" creationId="{50F85E3A-EDD3-CB32-11FA-2BEDCD6C2084}"/>
          </ac:graphicFrameMkLst>
        </pc:graphicFrameChg>
        <pc:graphicFrameChg chg="add del mod ord modGraphic">
          <ac:chgData name="Kelly Asche" userId="e65b4a93-a81a-4939-bbd4-30571e0b07ee" providerId="ADAL" clId="{6625907D-B7F6-054E-AF16-0D8CDDBEB05D}" dt="2023-11-13T16:13:46.130" v="6054" actId="478"/>
          <ac:graphicFrameMkLst>
            <pc:docMk/>
            <pc:sldMk cId="3406996162" sldId="900"/>
            <ac:graphicFrameMk id="9" creationId="{93CE7E20-D9A9-0BCA-C27B-580C48BC9802}"/>
          </ac:graphicFrameMkLst>
        </pc:graphicFrameChg>
        <pc:picChg chg="add mod">
          <ac:chgData name="Kelly Asche" userId="e65b4a93-a81a-4939-bbd4-30571e0b07ee" providerId="ADAL" clId="{6625907D-B7F6-054E-AF16-0D8CDDBEB05D}" dt="2023-11-13T16:03:12.673" v="6034" actId="1076"/>
          <ac:picMkLst>
            <pc:docMk/>
            <pc:sldMk cId="3406996162" sldId="900"/>
            <ac:picMk id="6" creationId="{242459BD-814D-3E8B-F2AF-89DE4828D93D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11" creationId="{6640F928-5849-D79A-C4B9-2CAA5C32AF30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12" creationId="{926B8E47-1C1B-0C12-D028-0FB0BBBFC51D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13" creationId="{AD8FFE30-0E30-E14A-9D16-F41724EB16B5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15" creationId="{BD25D7AE-C379-A25A-CA53-97C0F2E37193}"/>
          </ac:picMkLst>
        </pc:picChg>
        <pc:picChg chg="add del mod">
          <ac:chgData name="Kelly Asche" userId="e65b4a93-a81a-4939-bbd4-30571e0b07ee" providerId="ADAL" clId="{6625907D-B7F6-054E-AF16-0D8CDDBEB05D}" dt="2023-11-13T16:12:03.863" v="6044" actId="478"/>
          <ac:picMkLst>
            <pc:docMk/>
            <pc:sldMk cId="3406996162" sldId="900"/>
            <ac:picMk id="16" creationId="{42B634AD-8978-259F-3D01-4217584EAC27}"/>
          </ac:picMkLst>
        </pc:picChg>
        <pc:picChg chg="add del mod">
          <ac:chgData name="Kelly Asche" userId="e65b4a93-a81a-4939-bbd4-30571e0b07ee" providerId="ADAL" clId="{6625907D-B7F6-054E-AF16-0D8CDDBEB05D}" dt="2023-11-12T17:15:07.893" v="5088"/>
          <ac:picMkLst>
            <pc:docMk/>
            <pc:sldMk cId="3406996162" sldId="900"/>
            <ac:picMk id="16" creationId="{86DF470C-0377-AB19-D3A2-0A522787B669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17" creationId="{B6B2593C-0600-FBFF-CB15-1DE58D25D347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18" creationId="{DFDFF0B2-E5B2-9C7E-6E66-F5348C7B9DBF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19" creationId="{663B4D7D-56DC-E520-E264-8A558711B420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20" creationId="{737F6E4B-800F-FE71-7E83-1E9E956F2DE2}"/>
          </ac:picMkLst>
        </pc:picChg>
        <pc:picChg chg="add del mod">
          <ac:chgData name="Kelly Asche" userId="e65b4a93-a81a-4939-bbd4-30571e0b07ee" providerId="ADAL" clId="{6625907D-B7F6-054E-AF16-0D8CDDBEB05D}" dt="2023-11-13T16:13:51.325" v="6056" actId="478"/>
          <ac:picMkLst>
            <pc:docMk/>
            <pc:sldMk cId="3406996162" sldId="900"/>
            <ac:picMk id="21" creationId="{11735018-663D-882F-DF3C-AA7BF22E7B11}"/>
          </ac:picMkLst>
        </pc:picChg>
        <pc:picChg chg="add del mod">
          <ac:chgData name="Kelly Asche" userId="e65b4a93-a81a-4939-bbd4-30571e0b07ee" providerId="ADAL" clId="{6625907D-B7F6-054E-AF16-0D8CDDBEB05D}" dt="2023-11-13T16:12:19.634" v="6046" actId="478"/>
          <ac:picMkLst>
            <pc:docMk/>
            <pc:sldMk cId="3406996162" sldId="900"/>
            <ac:picMk id="23" creationId="{49105624-A81A-70F6-86A8-2D6316382F92}"/>
          </ac:picMkLst>
        </pc:picChg>
        <pc:picChg chg="add mod">
          <ac:chgData name="Kelly Asche" userId="e65b4a93-a81a-4939-bbd4-30571e0b07ee" providerId="ADAL" clId="{6625907D-B7F6-054E-AF16-0D8CDDBEB05D}" dt="2023-11-13T16:12:37.891" v="6050" actId="1076"/>
          <ac:picMkLst>
            <pc:docMk/>
            <pc:sldMk cId="3406996162" sldId="900"/>
            <ac:picMk id="25" creationId="{EBBF12E2-B735-7041-E1A0-4CBB12F6E251}"/>
          </ac:picMkLst>
        </pc:picChg>
        <pc:picChg chg="add mod">
          <ac:chgData name="Kelly Asche" userId="e65b4a93-a81a-4939-bbd4-30571e0b07ee" providerId="ADAL" clId="{6625907D-B7F6-054E-AF16-0D8CDDBEB05D}" dt="2023-11-13T16:13:33.907" v="6053" actId="1076"/>
          <ac:picMkLst>
            <pc:docMk/>
            <pc:sldMk cId="3406996162" sldId="900"/>
            <ac:picMk id="27" creationId="{E097A2BE-E0F2-E9F6-7694-DD72A2A67344}"/>
          </ac:picMkLst>
        </pc:picChg>
      </pc:sldChg>
      <pc:sldChg chg="addSp delSp modSp new mod ord">
        <pc:chgData name="Kelly Asche" userId="e65b4a93-a81a-4939-bbd4-30571e0b07ee" providerId="ADAL" clId="{6625907D-B7F6-054E-AF16-0D8CDDBEB05D}" dt="2023-11-13T15:44:47.605" v="5939"/>
        <pc:sldMkLst>
          <pc:docMk/>
          <pc:sldMk cId="2822134402" sldId="901"/>
        </pc:sldMkLst>
        <pc:spChg chg="mod">
          <ac:chgData name="Kelly Asche" userId="e65b4a93-a81a-4939-bbd4-30571e0b07ee" providerId="ADAL" clId="{6625907D-B7F6-054E-AF16-0D8CDDBEB05D}" dt="2023-11-12T17:22:07.197" v="5457" actId="20577"/>
          <ac:spMkLst>
            <pc:docMk/>
            <pc:sldMk cId="2822134402" sldId="901"/>
            <ac:spMk id="2" creationId="{867DCE64-4A71-F0EE-E368-710A6D14933E}"/>
          </ac:spMkLst>
        </pc:spChg>
        <pc:spChg chg="del">
          <ac:chgData name="Kelly Asche" userId="e65b4a93-a81a-4939-bbd4-30571e0b07ee" providerId="ADAL" clId="{6625907D-B7F6-054E-AF16-0D8CDDBEB05D}" dt="2023-11-12T17:23:08.150" v="5458"/>
          <ac:spMkLst>
            <pc:docMk/>
            <pc:sldMk cId="2822134402" sldId="901"/>
            <ac:spMk id="3" creationId="{BD74D208-EE1D-506D-A700-8834D25219F1}"/>
          </ac:spMkLst>
        </pc:spChg>
        <pc:spChg chg="add mod">
          <ac:chgData name="Kelly Asche" userId="e65b4a93-a81a-4939-bbd4-30571e0b07ee" providerId="ADAL" clId="{6625907D-B7F6-054E-AF16-0D8CDDBEB05D}" dt="2023-11-13T15:39:37.616" v="5769" actId="14100"/>
          <ac:spMkLst>
            <pc:docMk/>
            <pc:sldMk cId="2822134402" sldId="901"/>
            <ac:spMk id="6" creationId="{0AAAAE70-D23D-820E-A265-B314998DA86A}"/>
          </ac:spMkLst>
        </pc:spChg>
        <pc:spChg chg="add del mod">
          <ac:chgData name="Kelly Asche" userId="e65b4a93-a81a-4939-bbd4-30571e0b07ee" providerId="ADAL" clId="{6625907D-B7F6-054E-AF16-0D8CDDBEB05D}" dt="2023-11-12T17:23:24.855" v="5465"/>
          <ac:spMkLst>
            <pc:docMk/>
            <pc:sldMk cId="2822134402" sldId="901"/>
            <ac:spMk id="6" creationId="{E8DF2DAD-0C77-CEA1-D4DF-2B8CEEB8A607}"/>
          </ac:spMkLst>
        </pc:spChg>
        <pc:spChg chg="add del mod">
          <ac:chgData name="Kelly Asche" userId="e65b4a93-a81a-4939-bbd4-30571e0b07ee" providerId="ADAL" clId="{6625907D-B7F6-054E-AF16-0D8CDDBEB05D}" dt="2023-11-13T15:38:25.287" v="5702" actId="478"/>
          <ac:spMkLst>
            <pc:docMk/>
            <pc:sldMk cId="2822134402" sldId="901"/>
            <ac:spMk id="8" creationId="{4DA6D88D-E104-F999-8350-0CEA32D2D75F}"/>
          </ac:spMkLst>
        </pc:spChg>
        <pc:graphicFrameChg chg="add del mod modGraphic">
          <ac:chgData name="Kelly Asche" userId="e65b4a93-a81a-4939-bbd4-30571e0b07ee" providerId="ADAL" clId="{6625907D-B7F6-054E-AF16-0D8CDDBEB05D}" dt="2023-11-13T15:40:56.056" v="5820" actId="478"/>
          <ac:graphicFrameMkLst>
            <pc:docMk/>
            <pc:sldMk cId="2822134402" sldId="901"/>
            <ac:graphicFrameMk id="7" creationId="{6FFACE31-B1F6-337F-BCED-6D13F3A98B06}"/>
          </ac:graphicFrameMkLst>
        </pc:graphicFrameChg>
        <pc:graphicFrameChg chg="add mod">
          <ac:chgData name="Kelly Asche" userId="e65b4a93-a81a-4939-bbd4-30571e0b07ee" providerId="ADAL" clId="{6625907D-B7F6-054E-AF16-0D8CDDBEB05D}" dt="2023-11-13T15:44:47.605" v="5939"/>
          <ac:graphicFrameMkLst>
            <pc:docMk/>
            <pc:sldMk cId="2822134402" sldId="901"/>
            <ac:graphicFrameMk id="9" creationId="{31DC501C-8C2A-5548-00A3-5ABFD9D04C58}"/>
          </ac:graphicFrameMkLst>
        </pc:graphicFrameChg>
        <pc:picChg chg="add del mod">
          <ac:chgData name="Kelly Asche" userId="e65b4a93-a81a-4939-bbd4-30571e0b07ee" providerId="ADAL" clId="{6625907D-B7F6-054E-AF16-0D8CDDBEB05D}" dt="2023-11-13T15:38:17.366" v="5699" actId="478"/>
          <ac:picMkLst>
            <pc:docMk/>
            <pc:sldMk cId="2822134402" sldId="901"/>
            <ac:picMk id="5" creationId="{48322E81-16A0-EF36-9470-C3C92A5BBF49}"/>
          </ac:picMkLst>
        </pc:picChg>
      </pc:sldChg>
      <pc:sldChg chg="modSp add del mod">
        <pc:chgData name="Kelly Asche" userId="e65b4a93-a81a-4939-bbd4-30571e0b07ee" providerId="ADAL" clId="{6625907D-B7F6-054E-AF16-0D8CDDBEB05D}" dt="2023-11-12T17:19:02.034" v="5175" actId="2696"/>
        <pc:sldMkLst>
          <pc:docMk/>
          <pc:sldMk cId="3066835114" sldId="901"/>
        </pc:sldMkLst>
        <pc:spChg chg="mod">
          <ac:chgData name="Kelly Asche" userId="e65b4a93-a81a-4939-bbd4-30571e0b07ee" providerId="ADAL" clId="{6625907D-B7F6-054E-AF16-0D8CDDBEB05D}" dt="2023-11-12T17:19:01.014" v="5174" actId="20577"/>
          <ac:spMkLst>
            <pc:docMk/>
            <pc:sldMk cId="3066835114" sldId="901"/>
            <ac:spMk id="2" creationId="{1B451831-64D5-FA05-7EF2-A76016EC710A}"/>
          </ac:spMkLst>
        </pc:spChg>
      </pc:sldChg>
      <pc:sldChg chg="modSp new del mod">
        <pc:chgData name="Kelly Asche" userId="e65b4a93-a81a-4939-bbd4-30571e0b07ee" providerId="ADAL" clId="{6625907D-B7F6-054E-AF16-0D8CDDBEB05D}" dt="2023-11-12T17:20:47.465" v="5433" actId="2696"/>
        <pc:sldMkLst>
          <pc:docMk/>
          <pc:sldMk cId="3496077297" sldId="901"/>
        </pc:sldMkLst>
        <pc:spChg chg="mod">
          <ac:chgData name="Kelly Asche" userId="e65b4a93-a81a-4939-bbd4-30571e0b07ee" providerId="ADAL" clId="{6625907D-B7F6-054E-AF16-0D8CDDBEB05D}" dt="2023-11-12T17:19:08.933" v="5189" actId="20577"/>
          <ac:spMkLst>
            <pc:docMk/>
            <pc:sldMk cId="3496077297" sldId="901"/>
            <ac:spMk id="2" creationId="{A802D598-5085-D422-FCA7-B2C8415A8579}"/>
          </ac:spMkLst>
        </pc:spChg>
        <pc:spChg chg="mod">
          <ac:chgData name="Kelly Asche" userId="e65b4a93-a81a-4939-bbd4-30571e0b07ee" providerId="ADAL" clId="{6625907D-B7F6-054E-AF16-0D8CDDBEB05D}" dt="2023-11-12T17:20:35.439" v="5432" actId="20577"/>
          <ac:spMkLst>
            <pc:docMk/>
            <pc:sldMk cId="3496077297" sldId="901"/>
            <ac:spMk id="3" creationId="{C40D6C24-F854-E856-0FCF-677029E003F6}"/>
          </ac:spMkLst>
        </pc:spChg>
      </pc:sldChg>
      <pc:sldChg chg="addSp delSp modSp new del mod">
        <pc:chgData name="Kelly Asche" userId="e65b4a93-a81a-4939-bbd4-30571e0b07ee" providerId="ADAL" clId="{6625907D-B7F6-054E-AF16-0D8CDDBEB05D}" dt="2023-11-13T15:45:00.950" v="5940" actId="2696"/>
        <pc:sldMkLst>
          <pc:docMk/>
          <pc:sldMk cId="2397214095" sldId="902"/>
        </pc:sldMkLst>
        <pc:spChg chg="mod">
          <ac:chgData name="Kelly Asche" userId="e65b4a93-a81a-4939-bbd4-30571e0b07ee" providerId="ADAL" clId="{6625907D-B7F6-054E-AF16-0D8CDDBEB05D}" dt="2023-11-13T15:41:03.881" v="5825" actId="20577"/>
          <ac:spMkLst>
            <pc:docMk/>
            <pc:sldMk cId="2397214095" sldId="902"/>
            <ac:spMk id="2" creationId="{9B276469-B61A-5641-F4F6-CED82C8129AA}"/>
          </ac:spMkLst>
        </pc:spChg>
        <pc:spChg chg="del mod">
          <ac:chgData name="Kelly Asche" userId="e65b4a93-a81a-4939-bbd4-30571e0b07ee" providerId="ADAL" clId="{6625907D-B7F6-054E-AF16-0D8CDDBEB05D}" dt="2023-11-13T15:41:52.623" v="5933" actId="26606"/>
          <ac:spMkLst>
            <pc:docMk/>
            <pc:sldMk cId="2397214095" sldId="902"/>
            <ac:spMk id="3" creationId="{31520F77-DC17-2630-073A-67214793EFCA}"/>
          </ac:spMkLst>
        </pc:spChg>
        <pc:graphicFrameChg chg="add">
          <ac:chgData name="Kelly Asche" userId="e65b4a93-a81a-4939-bbd4-30571e0b07ee" providerId="ADAL" clId="{6625907D-B7F6-054E-AF16-0D8CDDBEB05D}" dt="2023-11-13T15:41:52.623" v="5933" actId="26606"/>
          <ac:graphicFrameMkLst>
            <pc:docMk/>
            <pc:sldMk cId="2397214095" sldId="902"/>
            <ac:graphicFrameMk id="6" creationId="{06D75F8B-DF4F-EC19-E781-796F6E358B7B}"/>
          </ac:graphicFrameMkLst>
        </pc:graphicFrameChg>
      </pc:sldChg>
      <pc:sldChg chg="addSp delSp modSp new mod ord modClrScheme chgLayout">
        <pc:chgData name="Kelly Asche" userId="e65b4a93-a81a-4939-bbd4-30571e0b07ee" providerId="ADAL" clId="{6625907D-B7F6-054E-AF16-0D8CDDBEB05D}" dt="2023-11-13T16:35:55.129" v="6338" actId="14100"/>
        <pc:sldMkLst>
          <pc:docMk/>
          <pc:sldMk cId="3946975842" sldId="902"/>
        </pc:sldMkLst>
        <pc:spChg chg="mod ord">
          <ac:chgData name="Kelly Asche" userId="e65b4a93-a81a-4939-bbd4-30571e0b07ee" providerId="ADAL" clId="{6625907D-B7F6-054E-AF16-0D8CDDBEB05D}" dt="2023-11-13T16:32:26.641" v="6072" actId="700"/>
          <ac:spMkLst>
            <pc:docMk/>
            <pc:sldMk cId="3946975842" sldId="902"/>
            <ac:spMk id="2" creationId="{60E454CE-0E42-49B5-D2DF-07AB1229FBDB}"/>
          </ac:spMkLst>
        </pc:spChg>
        <pc:spChg chg="add mod ord">
          <ac:chgData name="Kelly Asche" userId="e65b4a93-a81a-4939-bbd4-30571e0b07ee" providerId="ADAL" clId="{6625907D-B7F6-054E-AF16-0D8CDDBEB05D}" dt="2023-11-13T16:32:26.641" v="6072" actId="700"/>
          <ac:spMkLst>
            <pc:docMk/>
            <pc:sldMk cId="3946975842" sldId="902"/>
            <ac:spMk id="3" creationId="{5E3639B5-459E-31AE-D077-528176BBF158}"/>
          </ac:spMkLst>
        </pc:spChg>
        <pc:spChg chg="add del mod ord">
          <ac:chgData name="Kelly Asche" userId="e65b4a93-a81a-4939-bbd4-30571e0b07ee" providerId="ADAL" clId="{6625907D-B7F6-054E-AF16-0D8CDDBEB05D}" dt="2023-11-13T16:32:26.641" v="6072" actId="700"/>
          <ac:spMkLst>
            <pc:docMk/>
            <pc:sldMk cId="3946975842" sldId="902"/>
            <ac:spMk id="4" creationId="{F74AEBC1-46D8-9CF8-50D9-DE2E82ACB4D6}"/>
          </ac:spMkLst>
        </pc:spChg>
        <pc:spChg chg="add del mod ord">
          <ac:chgData name="Kelly Asche" userId="e65b4a93-a81a-4939-bbd4-30571e0b07ee" providerId="ADAL" clId="{6625907D-B7F6-054E-AF16-0D8CDDBEB05D}" dt="2023-11-13T16:32:32.652" v="6073" actId="1032"/>
          <ac:spMkLst>
            <pc:docMk/>
            <pc:sldMk cId="3946975842" sldId="902"/>
            <ac:spMk id="6" creationId="{5E45B35D-98CD-9590-F448-E4892BD95ADB}"/>
          </ac:spMkLst>
        </pc:spChg>
        <pc:spChg chg="add del mod ord">
          <ac:chgData name="Kelly Asche" userId="e65b4a93-a81a-4939-bbd4-30571e0b07ee" providerId="ADAL" clId="{6625907D-B7F6-054E-AF16-0D8CDDBEB05D}" dt="2023-11-13T16:33:16.747" v="6132" actId="1032"/>
          <ac:spMkLst>
            <pc:docMk/>
            <pc:sldMk cId="3946975842" sldId="902"/>
            <ac:spMk id="7" creationId="{DFFF521E-734E-EDF1-0F5B-CB1D89B1C781}"/>
          </ac:spMkLst>
        </pc:spChg>
        <pc:spChg chg="add mod">
          <ac:chgData name="Kelly Asche" userId="e65b4a93-a81a-4939-bbd4-30571e0b07ee" providerId="ADAL" clId="{6625907D-B7F6-054E-AF16-0D8CDDBEB05D}" dt="2023-11-13T16:35:35.246" v="6334" actId="1076"/>
          <ac:spMkLst>
            <pc:docMk/>
            <pc:sldMk cId="3946975842" sldId="902"/>
            <ac:spMk id="10" creationId="{BE0311AF-22FB-4D9D-B2A1-2C2E939C9213}"/>
          </ac:spMkLst>
        </pc:spChg>
        <pc:graphicFrameChg chg="add del modGraphic">
          <ac:chgData name="Kelly Asche" userId="e65b4a93-a81a-4939-bbd4-30571e0b07ee" providerId="ADAL" clId="{6625907D-B7F6-054E-AF16-0D8CDDBEB05D}" dt="2023-11-13T16:32:20.651" v="6071" actId="1032"/>
          <ac:graphicFrameMkLst>
            <pc:docMk/>
            <pc:sldMk cId="3946975842" sldId="902"/>
            <ac:graphicFrameMk id="5" creationId="{45C0CDA3-6201-9B84-6ADD-4C7E6EE68B86}"/>
          </ac:graphicFrameMkLst>
        </pc:graphicFrameChg>
        <pc:graphicFrameChg chg="add mod modGraphic">
          <ac:chgData name="Kelly Asche" userId="e65b4a93-a81a-4939-bbd4-30571e0b07ee" providerId="ADAL" clId="{6625907D-B7F6-054E-AF16-0D8CDDBEB05D}" dt="2023-11-13T16:33:09.473" v="6131" actId="20577"/>
          <ac:graphicFrameMkLst>
            <pc:docMk/>
            <pc:sldMk cId="3946975842" sldId="902"/>
            <ac:graphicFrameMk id="8" creationId="{6D32BAC3-38EB-0AA1-FA05-B5A0E31687DA}"/>
          </ac:graphicFrameMkLst>
        </pc:graphicFrameChg>
        <pc:graphicFrameChg chg="add mod modGraphic">
          <ac:chgData name="Kelly Asche" userId="e65b4a93-a81a-4939-bbd4-30571e0b07ee" providerId="ADAL" clId="{6625907D-B7F6-054E-AF16-0D8CDDBEB05D}" dt="2023-11-13T16:34:28.834" v="6317" actId="12100"/>
          <ac:graphicFrameMkLst>
            <pc:docMk/>
            <pc:sldMk cId="3946975842" sldId="902"/>
            <ac:graphicFrameMk id="9" creationId="{368BF360-06AA-303A-E41C-A1DAD6ACE8B0}"/>
          </ac:graphicFrameMkLst>
        </pc:graphicFrameChg>
        <pc:cxnChg chg="add mod">
          <ac:chgData name="Kelly Asche" userId="e65b4a93-a81a-4939-bbd4-30571e0b07ee" providerId="ADAL" clId="{6625907D-B7F6-054E-AF16-0D8CDDBEB05D}" dt="2023-11-13T16:35:55.129" v="6338" actId="14100"/>
          <ac:cxnSpMkLst>
            <pc:docMk/>
            <pc:sldMk cId="3946975842" sldId="902"/>
            <ac:cxnSpMk id="12" creationId="{A1AC0E31-ED58-74BE-8117-582CA9873C4E}"/>
          </ac:cxnSpMkLst>
        </pc:cxnChg>
      </pc:sldChg>
      <pc:sldChg chg="addSp delSp modSp new mod setBg modClrScheme chgLayout">
        <pc:chgData name="Kelly Asche" userId="e65b4a93-a81a-4939-bbd4-30571e0b07ee" providerId="ADAL" clId="{6625907D-B7F6-054E-AF16-0D8CDDBEB05D}" dt="2023-11-14T15:43:28.532" v="8479" actId="1076"/>
        <pc:sldMkLst>
          <pc:docMk/>
          <pc:sldMk cId="1376379027" sldId="903"/>
        </pc:sldMkLst>
        <pc:spChg chg="del mod ord">
          <ac:chgData name="Kelly Asche" userId="e65b4a93-a81a-4939-bbd4-30571e0b07ee" providerId="ADAL" clId="{6625907D-B7F6-054E-AF16-0D8CDDBEB05D}" dt="2023-11-13T16:37:37.047" v="6386" actId="700"/>
          <ac:spMkLst>
            <pc:docMk/>
            <pc:sldMk cId="1376379027" sldId="903"/>
            <ac:spMk id="2" creationId="{D06596FA-13DA-B105-19B7-490E1046086C}"/>
          </ac:spMkLst>
        </pc:spChg>
        <pc:spChg chg="add mod">
          <ac:chgData name="Kelly Asche" userId="e65b4a93-a81a-4939-bbd4-30571e0b07ee" providerId="ADAL" clId="{6625907D-B7F6-054E-AF16-0D8CDDBEB05D}" dt="2023-11-14T15:43:28.532" v="8479" actId="1076"/>
          <ac:spMkLst>
            <pc:docMk/>
            <pc:sldMk cId="1376379027" sldId="903"/>
            <ac:spMk id="2" creationId="{D6B15A9C-9BA7-D775-82A9-0FD97D176964}"/>
          </ac:spMkLst>
        </pc:spChg>
        <pc:spChg chg="del mod ord">
          <ac:chgData name="Kelly Asche" userId="e65b4a93-a81a-4939-bbd4-30571e0b07ee" providerId="ADAL" clId="{6625907D-B7F6-054E-AF16-0D8CDDBEB05D}" dt="2023-11-13T16:37:37.047" v="6386" actId="700"/>
          <ac:spMkLst>
            <pc:docMk/>
            <pc:sldMk cId="1376379027" sldId="903"/>
            <ac:spMk id="3" creationId="{C0959C4A-F667-90BE-18BD-EFF45FC8250C}"/>
          </ac:spMkLst>
        </pc:spChg>
        <pc:spChg chg="mod ord">
          <ac:chgData name="Kelly Asche" userId="e65b4a93-a81a-4939-bbd4-30571e0b07ee" providerId="ADAL" clId="{6625907D-B7F6-054E-AF16-0D8CDDBEB05D}" dt="2023-11-13T16:40:17.535" v="6471" actId="26606"/>
          <ac:spMkLst>
            <pc:docMk/>
            <pc:sldMk cId="1376379027" sldId="903"/>
            <ac:spMk id="4" creationId="{CC29460B-2CFB-2D4C-8618-D46163643F3A}"/>
          </ac:spMkLst>
        </pc:spChg>
        <pc:spChg chg="add mod ord">
          <ac:chgData name="Kelly Asche" userId="e65b4a93-a81a-4939-bbd4-30571e0b07ee" providerId="ADAL" clId="{6625907D-B7F6-054E-AF16-0D8CDDBEB05D}" dt="2023-11-14T00:37:37.529" v="8044" actId="20577"/>
          <ac:spMkLst>
            <pc:docMk/>
            <pc:sldMk cId="1376379027" sldId="903"/>
            <ac:spMk id="5" creationId="{1D55360A-6B8C-97DB-0D87-B316A8566750}"/>
          </ac:spMkLst>
        </pc:spChg>
        <pc:spChg chg="add del mod ord">
          <ac:chgData name="Kelly Asche" userId="e65b4a93-a81a-4939-bbd4-30571e0b07ee" providerId="ADAL" clId="{6625907D-B7F6-054E-AF16-0D8CDDBEB05D}" dt="2023-11-13T16:40:14.287" v="6470" actId="931"/>
          <ac:spMkLst>
            <pc:docMk/>
            <pc:sldMk cId="1376379027" sldId="903"/>
            <ac:spMk id="6" creationId="{2ABF99DA-FD96-2C13-9178-BCDBD10C3BAA}"/>
          </ac:spMkLst>
        </pc:spChg>
        <pc:spChg chg="add mod">
          <ac:chgData name="Kelly Asche" userId="e65b4a93-a81a-4939-bbd4-30571e0b07ee" providerId="ADAL" clId="{6625907D-B7F6-054E-AF16-0D8CDDBEB05D}" dt="2023-11-13T16:43:32.465" v="6995" actId="20577"/>
          <ac:spMkLst>
            <pc:docMk/>
            <pc:sldMk cId="1376379027" sldId="903"/>
            <ac:spMk id="12" creationId="{9CA2DEBC-7273-80EA-E254-B2D60396F73B}"/>
          </ac:spMkLst>
        </pc:spChg>
        <pc:spChg chg="add">
          <ac:chgData name="Kelly Asche" userId="e65b4a93-a81a-4939-bbd4-30571e0b07ee" providerId="ADAL" clId="{6625907D-B7F6-054E-AF16-0D8CDDBEB05D}" dt="2023-11-13T16:40:17.535" v="6471" actId="26606"/>
          <ac:spMkLst>
            <pc:docMk/>
            <pc:sldMk cId="1376379027" sldId="903"/>
            <ac:spMk id="15" creationId="{7D379150-F6B4-45C8-BE10-6B278AD400EB}"/>
          </ac:spMkLst>
        </pc:spChg>
        <pc:spChg chg="add">
          <ac:chgData name="Kelly Asche" userId="e65b4a93-a81a-4939-bbd4-30571e0b07ee" providerId="ADAL" clId="{6625907D-B7F6-054E-AF16-0D8CDDBEB05D}" dt="2023-11-13T16:40:17.535" v="6471" actId="26606"/>
          <ac:spMkLst>
            <pc:docMk/>
            <pc:sldMk cId="1376379027" sldId="903"/>
            <ac:spMk id="17" creationId="{5FFCF544-A370-4A5D-A95F-CA6E0E7191E6}"/>
          </ac:spMkLst>
        </pc:spChg>
        <pc:spChg chg="add">
          <ac:chgData name="Kelly Asche" userId="e65b4a93-a81a-4939-bbd4-30571e0b07ee" providerId="ADAL" clId="{6625907D-B7F6-054E-AF16-0D8CDDBEB05D}" dt="2023-11-13T16:40:17.535" v="6471" actId="26606"/>
          <ac:spMkLst>
            <pc:docMk/>
            <pc:sldMk cId="1376379027" sldId="903"/>
            <ac:spMk id="21" creationId="{44CC594A-A820-450F-B363-C19201FCFEC6}"/>
          </ac:spMkLst>
        </pc:spChg>
        <pc:spChg chg="add">
          <ac:chgData name="Kelly Asche" userId="e65b4a93-a81a-4939-bbd4-30571e0b07ee" providerId="ADAL" clId="{6625907D-B7F6-054E-AF16-0D8CDDBEB05D}" dt="2023-11-13T16:40:17.535" v="6471" actId="26606"/>
          <ac:spMkLst>
            <pc:docMk/>
            <pc:sldMk cId="1376379027" sldId="903"/>
            <ac:spMk id="23" creationId="{59FAB3DA-E9ED-4574-ABCC-378BC0FF1BBC}"/>
          </ac:spMkLst>
        </pc:spChg>
        <pc:spChg chg="add">
          <ac:chgData name="Kelly Asche" userId="e65b4a93-a81a-4939-bbd4-30571e0b07ee" providerId="ADAL" clId="{6625907D-B7F6-054E-AF16-0D8CDDBEB05D}" dt="2023-11-13T16:40:17.535" v="6471" actId="26606"/>
          <ac:spMkLst>
            <pc:docMk/>
            <pc:sldMk cId="1376379027" sldId="903"/>
            <ac:spMk id="25" creationId="{53B8D6B0-55D6-48DC-86D8-FD95D5F118AB}"/>
          </ac:spMkLst>
        </pc:spChg>
        <pc:picChg chg="add del mod">
          <ac:chgData name="Kelly Asche" userId="e65b4a93-a81a-4939-bbd4-30571e0b07ee" providerId="ADAL" clId="{6625907D-B7F6-054E-AF16-0D8CDDBEB05D}" dt="2023-11-13T16:40:22.912" v="6482" actId="478"/>
          <ac:picMkLst>
            <pc:docMk/>
            <pc:sldMk cId="1376379027" sldId="903"/>
            <ac:picMk id="8" creationId="{2BC8ABCF-343A-7338-FFAB-F3A5C7EF3DD9}"/>
          </ac:picMkLst>
        </pc:picChg>
        <pc:picChg chg="add mod">
          <ac:chgData name="Kelly Asche" userId="e65b4a93-a81a-4939-bbd4-30571e0b07ee" providerId="ADAL" clId="{6625907D-B7F6-054E-AF16-0D8CDDBEB05D}" dt="2023-11-13T16:40:32.174" v="6484" actId="1076"/>
          <ac:picMkLst>
            <pc:docMk/>
            <pc:sldMk cId="1376379027" sldId="903"/>
            <ac:picMk id="10" creationId="{DB07098D-0D85-5C03-1B01-E838369DD252}"/>
          </ac:picMkLst>
        </pc:picChg>
        <pc:cxnChg chg="add">
          <ac:chgData name="Kelly Asche" userId="e65b4a93-a81a-4939-bbd4-30571e0b07ee" providerId="ADAL" clId="{6625907D-B7F6-054E-AF16-0D8CDDBEB05D}" dt="2023-11-13T16:40:17.535" v="6471" actId="26606"/>
          <ac:cxnSpMkLst>
            <pc:docMk/>
            <pc:sldMk cId="1376379027" sldId="903"/>
            <ac:cxnSpMk id="19" creationId="{6EEB3B97-A638-498B-8083-54191CE71E01}"/>
          </ac:cxnSpMkLst>
        </pc:cxnChg>
      </pc:sldChg>
      <pc:sldChg chg="modSp add mod">
        <pc:chgData name="Kelly Asche" userId="e65b4a93-a81a-4939-bbd4-30571e0b07ee" providerId="ADAL" clId="{6625907D-B7F6-054E-AF16-0D8CDDBEB05D}" dt="2023-11-13T16:37:01.551" v="6385" actId="20577"/>
        <pc:sldMkLst>
          <pc:docMk/>
          <pc:sldMk cId="703668860" sldId="904"/>
        </pc:sldMkLst>
        <pc:spChg chg="mod">
          <ac:chgData name="Kelly Asche" userId="e65b4a93-a81a-4939-bbd4-30571e0b07ee" providerId="ADAL" clId="{6625907D-B7F6-054E-AF16-0D8CDDBEB05D}" dt="2023-11-13T16:37:01.551" v="6385" actId="20577"/>
          <ac:spMkLst>
            <pc:docMk/>
            <pc:sldMk cId="703668860" sldId="904"/>
            <ac:spMk id="2" creationId="{3B382894-EBEF-8363-2C26-7A782BE99D7E}"/>
          </ac:spMkLst>
        </pc:spChg>
      </pc:sldChg>
      <pc:sldChg chg="addSp delSp modSp new mod setBg">
        <pc:chgData name="Kelly Asche" userId="e65b4a93-a81a-4939-bbd4-30571e0b07ee" providerId="ADAL" clId="{6625907D-B7F6-054E-AF16-0D8CDDBEB05D}" dt="2023-11-13T16:47:19.933" v="7232" actId="26606"/>
        <pc:sldMkLst>
          <pc:docMk/>
          <pc:sldMk cId="1755184796" sldId="905"/>
        </pc:sldMkLst>
        <pc:spChg chg="mod">
          <ac:chgData name="Kelly Asche" userId="e65b4a93-a81a-4939-bbd4-30571e0b07ee" providerId="ADAL" clId="{6625907D-B7F6-054E-AF16-0D8CDDBEB05D}" dt="2023-11-13T16:47:19.933" v="7232" actId="26606"/>
          <ac:spMkLst>
            <pc:docMk/>
            <pc:sldMk cId="1755184796" sldId="905"/>
            <ac:spMk id="2" creationId="{EFDBF690-F426-0C91-B07E-ACD62FC1B392}"/>
          </ac:spMkLst>
        </pc:spChg>
        <pc:spChg chg="mod">
          <ac:chgData name="Kelly Asche" userId="e65b4a93-a81a-4939-bbd4-30571e0b07ee" providerId="ADAL" clId="{6625907D-B7F6-054E-AF16-0D8CDDBEB05D}" dt="2023-11-13T16:47:19.933" v="7232" actId="26606"/>
          <ac:spMkLst>
            <pc:docMk/>
            <pc:sldMk cId="1755184796" sldId="905"/>
            <ac:spMk id="3" creationId="{5D4724E4-30D2-580D-4155-A394A2885CB5}"/>
          </ac:spMkLst>
        </pc:spChg>
        <pc:spChg chg="mod">
          <ac:chgData name="Kelly Asche" userId="e65b4a93-a81a-4939-bbd4-30571e0b07ee" providerId="ADAL" clId="{6625907D-B7F6-054E-AF16-0D8CDDBEB05D}" dt="2023-11-13T16:47:19.933" v="7232" actId="26606"/>
          <ac:spMkLst>
            <pc:docMk/>
            <pc:sldMk cId="1755184796" sldId="905"/>
            <ac:spMk id="4" creationId="{D6C8070A-CDB9-3CC6-4268-9AE011C92EE1}"/>
          </ac:spMkLst>
        </pc:spChg>
        <pc:spChg chg="add del">
          <ac:chgData name="Kelly Asche" userId="e65b4a93-a81a-4939-bbd4-30571e0b07ee" providerId="ADAL" clId="{6625907D-B7F6-054E-AF16-0D8CDDBEB05D}" dt="2023-11-13T16:47:19.923" v="7231" actId="26606"/>
          <ac:spMkLst>
            <pc:docMk/>
            <pc:sldMk cId="1755184796" sldId="905"/>
            <ac:spMk id="9" creationId="{13FE9996-7EAC-4679-B37D-C1045F42F954}"/>
          </ac:spMkLst>
        </pc:spChg>
        <pc:spChg chg="add del">
          <ac:chgData name="Kelly Asche" userId="e65b4a93-a81a-4939-bbd4-30571e0b07ee" providerId="ADAL" clId="{6625907D-B7F6-054E-AF16-0D8CDDBEB05D}" dt="2023-11-13T16:47:19.923" v="7231" actId="26606"/>
          <ac:spMkLst>
            <pc:docMk/>
            <pc:sldMk cId="1755184796" sldId="905"/>
            <ac:spMk id="11" creationId="{761DF1FE-5CC8-43D2-A76C-93C76EEDE1E9}"/>
          </ac:spMkLst>
        </pc:spChg>
        <pc:spChg chg="add del">
          <ac:chgData name="Kelly Asche" userId="e65b4a93-a81a-4939-bbd4-30571e0b07ee" providerId="ADAL" clId="{6625907D-B7F6-054E-AF16-0D8CDDBEB05D}" dt="2023-11-13T16:47:19.923" v="7231" actId="26606"/>
          <ac:spMkLst>
            <pc:docMk/>
            <pc:sldMk cId="1755184796" sldId="905"/>
            <ac:spMk id="15" creationId="{C843AFC8-D8D0-4784-B08C-6324FA88E6DD}"/>
          </ac:spMkLst>
        </pc:spChg>
        <pc:spChg chg="add del">
          <ac:chgData name="Kelly Asche" userId="e65b4a93-a81a-4939-bbd4-30571e0b07ee" providerId="ADAL" clId="{6625907D-B7F6-054E-AF16-0D8CDDBEB05D}" dt="2023-11-13T16:47:19.923" v="7231" actId="26606"/>
          <ac:spMkLst>
            <pc:docMk/>
            <pc:sldMk cId="1755184796" sldId="905"/>
            <ac:spMk id="17" creationId="{854B1A56-8AFB-4D4F-8D98-1E832D6FFE67}"/>
          </ac:spMkLst>
        </pc:spChg>
        <pc:spChg chg="add del">
          <ac:chgData name="Kelly Asche" userId="e65b4a93-a81a-4939-bbd4-30571e0b07ee" providerId="ADAL" clId="{6625907D-B7F6-054E-AF16-0D8CDDBEB05D}" dt="2023-11-13T16:47:19.923" v="7231" actId="26606"/>
          <ac:spMkLst>
            <pc:docMk/>
            <pc:sldMk cId="1755184796" sldId="905"/>
            <ac:spMk id="19" creationId="{F8E828FC-05B4-4BA4-92D3-3DF79D42D88E}"/>
          </ac:spMkLst>
        </pc:spChg>
        <pc:spChg chg="add">
          <ac:chgData name="Kelly Asche" userId="e65b4a93-a81a-4939-bbd4-30571e0b07ee" providerId="ADAL" clId="{6625907D-B7F6-054E-AF16-0D8CDDBEB05D}" dt="2023-11-13T16:47:19.933" v="7232" actId="26606"/>
          <ac:spMkLst>
            <pc:docMk/>
            <pc:sldMk cId="1755184796" sldId="905"/>
            <ac:spMk id="21" creationId="{1B95C55F-4286-4A2A-A05E-2D274D82F7CC}"/>
          </ac:spMkLst>
        </pc:spChg>
        <pc:spChg chg="add">
          <ac:chgData name="Kelly Asche" userId="e65b4a93-a81a-4939-bbd4-30571e0b07ee" providerId="ADAL" clId="{6625907D-B7F6-054E-AF16-0D8CDDBEB05D}" dt="2023-11-13T16:47:19.933" v="7232" actId="26606"/>
          <ac:spMkLst>
            <pc:docMk/>
            <pc:sldMk cId="1755184796" sldId="905"/>
            <ac:spMk id="22" creationId="{EE2561D9-068B-4BC7-85F6-AE6A7C34BE64}"/>
          </ac:spMkLst>
        </pc:spChg>
        <pc:spChg chg="add">
          <ac:chgData name="Kelly Asche" userId="e65b4a93-a81a-4939-bbd4-30571e0b07ee" providerId="ADAL" clId="{6625907D-B7F6-054E-AF16-0D8CDDBEB05D}" dt="2023-11-13T16:47:19.933" v="7232" actId="26606"/>
          <ac:spMkLst>
            <pc:docMk/>
            <pc:sldMk cId="1755184796" sldId="905"/>
            <ac:spMk id="24" creationId="{3741B58E-3B65-4A01-A276-975AB2CF8A08}"/>
          </ac:spMkLst>
        </pc:spChg>
        <pc:spChg chg="add">
          <ac:chgData name="Kelly Asche" userId="e65b4a93-a81a-4939-bbd4-30571e0b07ee" providerId="ADAL" clId="{6625907D-B7F6-054E-AF16-0D8CDDBEB05D}" dt="2023-11-13T16:47:19.933" v="7232" actId="26606"/>
          <ac:spMkLst>
            <pc:docMk/>
            <pc:sldMk cId="1755184796" sldId="905"/>
            <ac:spMk id="25" creationId="{7AAC67C3-831B-4AB1-A259-DFB839CAFAFC}"/>
          </ac:spMkLst>
        </pc:spChg>
        <pc:spChg chg="add">
          <ac:chgData name="Kelly Asche" userId="e65b4a93-a81a-4939-bbd4-30571e0b07ee" providerId="ADAL" clId="{6625907D-B7F6-054E-AF16-0D8CDDBEB05D}" dt="2023-11-13T16:47:19.933" v="7232" actId="26606"/>
          <ac:spMkLst>
            <pc:docMk/>
            <pc:sldMk cId="1755184796" sldId="905"/>
            <ac:spMk id="26" creationId="{054B3F04-9EAC-45C0-B3CE-0387EEA10A0C}"/>
          </ac:spMkLst>
        </pc:spChg>
        <pc:cxnChg chg="add del">
          <ac:chgData name="Kelly Asche" userId="e65b4a93-a81a-4939-bbd4-30571e0b07ee" providerId="ADAL" clId="{6625907D-B7F6-054E-AF16-0D8CDDBEB05D}" dt="2023-11-13T16:47:19.923" v="7231" actId="26606"/>
          <ac:cxnSpMkLst>
            <pc:docMk/>
            <pc:sldMk cId="1755184796" sldId="905"/>
            <ac:cxnSpMk id="13" creationId="{E161BEBD-A23C-409E-ABC7-73F9EDC02F20}"/>
          </ac:cxnSpMkLst>
        </pc:cxnChg>
        <pc:cxnChg chg="add">
          <ac:chgData name="Kelly Asche" userId="e65b4a93-a81a-4939-bbd4-30571e0b07ee" providerId="ADAL" clId="{6625907D-B7F6-054E-AF16-0D8CDDBEB05D}" dt="2023-11-13T16:47:19.933" v="7232" actId="26606"/>
          <ac:cxnSpMkLst>
            <pc:docMk/>
            <pc:sldMk cId="1755184796" sldId="905"/>
            <ac:cxnSpMk id="23" creationId="{D61BACF2-0F18-493C-99AB-363E6147102C}"/>
          </ac:cxnSpMkLst>
        </pc:cxnChg>
      </pc:sldChg>
      <pc:sldChg chg="addSp delSp modSp new mod modClrScheme chgLayout">
        <pc:chgData name="Kelly Asche" userId="e65b4a93-a81a-4939-bbd4-30571e0b07ee" providerId="ADAL" clId="{6625907D-B7F6-054E-AF16-0D8CDDBEB05D}" dt="2023-11-14T15:43:35.882" v="8481" actId="1076"/>
        <pc:sldMkLst>
          <pc:docMk/>
          <pc:sldMk cId="2444886683" sldId="906"/>
        </pc:sldMkLst>
        <pc:spChg chg="mod ord">
          <ac:chgData name="Kelly Asche" userId="e65b4a93-a81a-4939-bbd4-30571e0b07ee" providerId="ADAL" clId="{6625907D-B7F6-054E-AF16-0D8CDDBEB05D}" dt="2023-11-13T16:51:01.951" v="7295" actId="700"/>
          <ac:spMkLst>
            <pc:docMk/>
            <pc:sldMk cId="2444886683" sldId="906"/>
            <ac:spMk id="2" creationId="{CFBB093E-832B-F1E8-51FA-EFD56D715FA3}"/>
          </ac:spMkLst>
        </pc:spChg>
        <pc:spChg chg="del mod ord">
          <ac:chgData name="Kelly Asche" userId="e65b4a93-a81a-4939-bbd4-30571e0b07ee" providerId="ADAL" clId="{6625907D-B7F6-054E-AF16-0D8CDDBEB05D}" dt="2023-11-13T16:50:41.034" v="7293" actId="700"/>
          <ac:spMkLst>
            <pc:docMk/>
            <pc:sldMk cId="2444886683" sldId="906"/>
            <ac:spMk id="3" creationId="{656F2903-9454-4038-9506-972175972704}"/>
          </ac:spMkLst>
        </pc:spChg>
        <pc:spChg chg="add mod">
          <ac:chgData name="Kelly Asche" userId="e65b4a93-a81a-4939-bbd4-30571e0b07ee" providerId="ADAL" clId="{6625907D-B7F6-054E-AF16-0D8CDDBEB05D}" dt="2023-11-14T15:43:35.882" v="8481" actId="1076"/>
          <ac:spMkLst>
            <pc:docMk/>
            <pc:sldMk cId="2444886683" sldId="906"/>
            <ac:spMk id="3" creationId="{B174F988-073F-0850-D058-ACE1A1E3A45F}"/>
          </ac:spMkLst>
        </pc:spChg>
        <pc:spChg chg="mod ord">
          <ac:chgData name="Kelly Asche" userId="e65b4a93-a81a-4939-bbd4-30571e0b07ee" providerId="ADAL" clId="{6625907D-B7F6-054E-AF16-0D8CDDBEB05D}" dt="2023-11-13T16:51:01.951" v="7295" actId="700"/>
          <ac:spMkLst>
            <pc:docMk/>
            <pc:sldMk cId="2444886683" sldId="906"/>
            <ac:spMk id="4" creationId="{04717930-947D-9D42-3122-F714F6714D01}"/>
          </ac:spMkLst>
        </pc:spChg>
        <pc:spChg chg="add del mod ord">
          <ac:chgData name="Kelly Asche" userId="e65b4a93-a81a-4939-bbd4-30571e0b07ee" providerId="ADAL" clId="{6625907D-B7F6-054E-AF16-0D8CDDBEB05D}" dt="2023-11-13T16:50:49.881" v="7294" actId="931"/>
          <ac:spMkLst>
            <pc:docMk/>
            <pc:sldMk cId="2444886683" sldId="906"/>
            <ac:spMk id="5" creationId="{676355C6-CB8A-1860-65C2-DC527219DE5B}"/>
          </ac:spMkLst>
        </pc:spChg>
        <pc:spChg chg="add del mod ord">
          <ac:chgData name="Kelly Asche" userId="e65b4a93-a81a-4939-bbd4-30571e0b07ee" providerId="ADAL" clId="{6625907D-B7F6-054E-AF16-0D8CDDBEB05D}" dt="2023-11-13T16:51:01.951" v="7295" actId="700"/>
          <ac:spMkLst>
            <pc:docMk/>
            <pc:sldMk cId="2444886683" sldId="906"/>
            <ac:spMk id="6" creationId="{496388C8-78CA-7C11-5F5F-E90619A72004}"/>
          </ac:spMkLst>
        </pc:spChg>
        <pc:spChg chg="add mod ord">
          <ac:chgData name="Kelly Asche" userId="e65b4a93-a81a-4939-bbd4-30571e0b07ee" providerId="ADAL" clId="{6625907D-B7F6-054E-AF16-0D8CDDBEB05D}" dt="2023-11-13T16:51:31.700" v="7443" actId="20577"/>
          <ac:spMkLst>
            <pc:docMk/>
            <pc:sldMk cId="2444886683" sldId="906"/>
            <ac:spMk id="9" creationId="{1753D5CA-8FF4-9C2D-2338-F4B8BD5FDD92}"/>
          </ac:spMkLst>
        </pc:spChg>
        <pc:spChg chg="add mod ord">
          <ac:chgData name="Kelly Asche" userId="e65b4a93-a81a-4939-bbd4-30571e0b07ee" providerId="ADAL" clId="{6625907D-B7F6-054E-AF16-0D8CDDBEB05D}" dt="2023-11-13T16:51:06.687" v="7311" actId="20577"/>
          <ac:spMkLst>
            <pc:docMk/>
            <pc:sldMk cId="2444886683" sldId="906"/>
            <ac:spMk id="10" creationId="{1788E8B1-ABDD-BA96-63A7-AB9D34135900}"/>
          </ac:spMkLst>
        </pc:spChg>
        <pc:spChg chg="add mod ord">
          <ac:chgData name="Kelly Asche" userId="e65b4a93-a81a-4939-bbd4-30571e0b07ee" providerId="ADAL" clId="{6625907D-B7F6-054E-AF16-0D8CDDBEB05D}" dt="2023-11-13T16:53:05.187" v="7556" actId="20577"/>
          <ac:spMkLst>
            <pc:docMk/>
            <pc:sldMk cId="2444886683" sldId="906"/>
            <ac:spMk id="11" creationId="{DD0F2146-8A1E-E037-39C2-6CE37D24B6E1}"/>
          </ac:spMkLst>
        </pc:spChg>
        <pc:spChg chg="add del mod">
          <ac:chgData name="Kelly Asche" userId="e65b4a93-a81a-4939-bbd4-30571e0b07ee" providerId="ADAL" clId="{6625907D-B7F6-054E-AF16-0D8CDDBEB05D}" dt="2023-11-13T16:52:10.470" v="7448" actId="931"/>
          <ac:spMkLst>
            <pc:docMk/>
            <pc:sldMk cId="2444886683" sldId="906"/>
            <ac:spMk id="13" creationId="{7E95BA73-77FC-9FE2-68CF-0FAEF7156340}"/>
          </ac:spMkLst>
        </pc:spChg>
        <pc:picChg chg="add del mod ord">
          <ac:chgData name="Kelly Asche" userId="e65b4a93-a81a-4939-bbd4-30571e0b07ee" providerId="ADAL" clId="{6625907D-B7F6-054E-AF16-0D8CDDBEB05D}" dt="2023-11-13T16:52:00.129" v="7447" actId="478"/>
          <ac:picMkLst>
            <pc:docMk/>
            <pc:sldMk cId="2444886683" sldId="906"/>
            <ac:picMk id="8" creationId="{738EA9C8-EC4F-26B8-909C-FBBE6095957E}"/>
          </ac:picMkLst>
        </pc:picChg>
        <pc:picChg chg="add mod">
          <ac:chgData name="Kelly Asche" userId="e65b4a93-a81a-4939-bbd4-30571e0b07ee" providerId="ADAL" clId="{6625907D-B7F6-054E-AF16-0D8CDDBEB05D}" dt="2023-11-13T16:52:20.595" v="7470" actId="1076"/>
          <ac:picMkLst>
            <pc:docMk/>
            <pc:sldMk cId="2444886683" sldId="906"/>
            <ac:picMk id="15" creationId="{ED9DCC71-D340-6F3E-58E0-EEEDAD0082C1}"/>
          </ac:picMkLst>
        </pc:picChg>
      </pc:sldChg>
      <pc:sldChg chg="addSp delSp modSp new mod modClrScheme chgLayout">
        <pc:chgData name="Kelly Asche" userId="e65b4a93-a81a-4939-bbd4-30571e0b07ee" providerId="ADAL" clId="{6625907D-B7F6-054E-AF16-0D8CDDBEB05D}" dt="2023-11-13T16:53:48.016" v="7643"/>
        <pc:sldMkLst>
          <pc:docMk/>
          <pc:sldMk cId="1375987470" sldId="907"/>
        </pc:sldMkLst>
        <pc:spChg chg="del mod ord">
          <ac:chgData name="Kelly Asche" userId="e65b4a93-a81a-4939-bbd4-30571e0b07ee" providerId="ADAL" clId="{6625907D-B7F6-054E-AF16-0D8CDDBEB05D}" dt="2023-11-13T16:53:21.817" v="7558" actId="700"/>
          <ac:spMkLst>
            <pc:docMk/>
            <pc:sldMk cId="1375987470" sldId="907"/>
            <ac:spMk id="2" creationId="{1B91AA90-C640-67E2-A49B-8834AC25E932}"/>
          </ac:spMkLst>
        </pc:spChg>
        <pc:spChg chg="del">
          <ac:chgData name="Kelly Asche" userId="e65b4a93-a81a-4939-bbd4-30571e0b07ee" providerId="ADAL" clId="{6625907D-B7F6-054E-AF16-0D8CDDBEB05D}" dt="2023-11-13T16:53:21.817" v="7558" actId="700"/>
          <ac:spMkLst>
            <pc:docMk/>
            <pc:sldMk cId="1375987470" sldId="907"/>
            <ac:spMk id="3" creationId="{22E13F5A-199A-AF39-A1BB-02117959CAD7}"/>
          </ac:spMkLst>
        </pc:spChg>
        <pc:spChg chg="del mod ord">
          <ac:chgData name="Kelly Asche" userId="e65b4a93-a81a-4939-bbd4-30571e0b07ee" providerId="ADAL" clId="{6625907D-B7F6-054E-AF16-0D8CDDBEB05D}" dt="2023-11-13T16:53:21.817" v="7558" actId="700"/>
          <ac:spMkLst>
            <pc:docMk/>
            <pc:sldMk cId="1375987470" sldId="907"/>
            <ac:spMk id="4" creationId="{55D7A114-49A5-9921-6221-F7D0D397043F}"/>
          </ac:spMkLst>
        </pc:spChg>
        <pc:spChg chg="del">
          <ac:chgData name="Kelly Asche" userId="e65b4a93-a81a-4939-bbd4-30571e0b07ee" providerId="ADAL" clId="{6625907D-B7F6-054E-AF16-0D8CDDBEB05D}" dt="2023-11-13T16:53:21.817" v="7558" actId="700"/>
          <ac:spMkLst>
            <pc:docMk/>
            <pc:sldMk cId="1375987470" sldId="907"/>
            <ac:spMk id="5" creationId="{3C0CD7D2-3E24-CE2B-9C7F-6C49A797E7F8}"/>
          </ac:spMkLst>
        </pc:spChg>
        <pc:spChg chg="del">
          <ac:chgData name="Kelly Asche" userId="e65b4a93-a81a-4939-bbd4-30571e0b07ee" providerId="ADAL" clId="{6625907D-B7F6-054E-AF16-0D8CDDBEB05D}" dt="2023-11-13T16:53:21.817" v="7558" actId="700"/>
          <ac:spMkLst>
            <pc:docMk/>
            <pc:sldMk cId="1375987470" sldId="907"/>
            <ac:spMk id="6" creationId="{AA20DC86-A5CF-5B7B-B489-FD925A9C6F87}"/>
          </ac:spMkLst>
        </pc:spChg>
        <pc:spChg chg="mod ord">
          <ac:chgData name="Kelly Asche" userId="e65b4a93-a81a-4939-bbd4-30571e0b07ee" providerId="ADAL" clId="{6625907D-B7F6-054E-AF16-0D8CDDBEB05D}" dt="2023-11-13T16:53:21.817" v="7558" actId="700"/>
          <ac:spMkLst>
            <pc:docMk/>
            <pc:sldMk cId="1375987470" sldId="907"/>
            <ac:spMk id="7" creationId="{616217A9-40B7-424A-267E-005DAC77B3E3}"/>
          </ac:spMkLst>
        </pc:spChg>
        <pc:spChg chg="add mod ord">
          <ac:chgData name="Kelly Asche" userId="e65b4a93-a81a-4939-bbd4-30571e0b07ee" providerId="ADAL" clId="{6625907D-B7F6-054E-AF16-0D8CDDBEB05D}" dt="2023-11-13T16:53:41.075" v="7642" actId="20577"/>
          <ac:spMkLst>
            <pc:docMk/>
            <pc:sldMk cId="1375987470" sldId="907"/>
            <ac:spMk id="8" creationId="{A46AC4C5-7A60-35DE-5594-1A134A18478E}"/>
          </ac:spMkLst>
        </pc:spChg>
        <pc:spChg chg="add del mod ord">
          <ac:chgData name="Kelly Asche" userId="e65b4a93-a81a-4939-bbd4-30571e0b07ee" providerId="ADAL" clId="{6625907D-B7F6-054E-AF16-0D8CDDBEB05D}" dt="2023-11-13T16:53:48.016" v="7643"/>
          <ac:spMkLst>
            <pc:docMk/>
            <pc:sldMk cId="1375987470" sldId="907"/>
            <ac:spMk id="9" creationId="{F43A8A96-C59D-1447-2494-4D2A0EF50E72}"/>
          </ac:spMkLst>
        </pc:spChg>
        <pc:picChg chg="add mod">
          <ac:chgData name="Kelly Asche" userId="e65b4a93-a81a-4939-bbd4-30571e0b07ee" providerId="ADAL" clId="{6625907D-B7F6-054E-AF16-0D8CDDBEB05D}" dt="2023-11-13T16:53:48.016" v="7643"/>
          <ac:picMkLst>
            <pc:docMk/>
            <pc:sldMk cId="1375987470" sldId="907"/>
            <ac:picMk id="10" creationId="{14CBF0D7-384E-EC6C-DA85-BDF7A5022CFC}"/>
          </ac:picMkLst>
        </pc:picChg>
      </pc:sldChg>
      <pc:sldChg chg="addSp delSp modSp new mod">
        <pc:chgData name="Kelly Asche" userId="e65b4a93-a81a-4939-bbd4-30571e0b07ee" providerId="ADAL" clId="{6625907D-B7F6-054E-AF16-0D8CDDBEB05D}" dt="2023-11-13T16:59:03.219" v="7916" actId="1076"/>
        <pc:sldMkLst>
          <pc:docMk/>
          <pc:sldMk cId="1092402601" sldId="908"/>
        </pc:sldMkLst>
        <pc:spChg chg="mod">
          <ac:chgData name="Kelly Asche" userId="e65b4a93-a81a-4939-bbd4-30571e0b07ee" providerId="ADAL" clId="{6625907D-B7F6-054E-AF16-0D8CDDBEB05D}" dt="2023-11-13T16:54:16.723" v="7689" actId="20577"/>
          <ac:spMkLst>
            <pc:docMk/>
            <pc:sldMk cId="1092402601" sldId="908"/>
            <ac:spMk id="2" creationId="{69FEBE72-175A-400A-106C-3712D5561AB0}"/>
          </ac:spMkLst>
        </pc:spChg>
        <pc:spChg chg="del mod">
          <ac:chgData name="Kelly Asche" userId="e65b4a93-a81a-4939-bbd4-30571e0b07ee" providerId="ADAL" clId="{6625907D-B7F6-054E-AF16-0D8CDDBEB05D}" dt="2023-11-13T16:56:22.009" v="7738"/>
          <ac:spMkLst>
            <pc:docMk/>
            <pc:sldMk cId="1092402601" sldId="908"/>
            <ac:spMk id="3" creationId="{0F9B3981-89E7-4869-B207-54C3E3AE0F91}"/>
          </ac:spMkLst>
        </pc:spChg>
        <pc:spChg chg="add mod">
          <ac:chgData name="Kelly Asche" userId="e65b4a93-a81a-4939-bbd4-30571e0b07ee" providerId="ADAL" clId="{6625907D-B7F6-054E-AF16-0D8CDDBEB05D}" dt="2023-11-13T16:58:58.852" v="7915" actId="1076"/>
          <ac:spMkLst>
            <pc:docMk/>
            <pc:sldMk cId="1092402601" sldId="908"/>
            <ac:spMk id="5" creationId="{016DFA41-8F45-B76F-0B6E-122CACB45F38}"/>
          </ac:spMkLst>
        </pc:spChg>
        <pc:spChg chg="add mod">
          <ac:chgData name="Kelly Asche" userId="e65b4a93-a81a-4939-bbd4-30571e0b07ee" providerId="ADAL" clId="{6625907D-B7F6-054E-AF16-0D8CDDBEB05D}" dt="2023-11-13T16:59:03.219" v="7916" actId="1076"/>
          <ac:spMkLst>
            <pc:docMk/>
            <pc:sldMk cId="1092402601" sldId="908"/>
            <ac:spMk id="6" creationId="{6885B7FD-C74C-A00A-B48D-351CECC13057}"/>
          </ac:spMkLst>
        </pc:spChg>
        <pc:picChg chg="add mod">
          <ac:chgData name="Kelly Asche" userId="e65b4a93-a81a-4939-bbd4-30571e0b07ee" providerId="ADAL" clId="{6625907D-B7F6-054E-AF16-0D8CDDBEB05D}" dt="2023-11-13T16:58:55.100" v="7914" actId="1076"/>
          <ac:picMkLst>
            <pc:docMk/>
            <pc:sldMk cId="1092402601" sldId="908"/>
            <ac:picMk id="1026" creationId="{6C0F812D-356D-B462-221F-0E84340F4FB7}"/>
          </ac:picMkLst>
        </pc:picChg>
        <pc:picChg chg="add mod">
          <ac:chgData name="Kelly Asche" userId="e65b4a93-a81a-4939-bbd4-30571e0b07ee" providerId="ADAL" clId="{6625907D-B7F6-054E-AF16-0D8CDDBEB05D}" dt="2023-11-13T16:57:36.135" v="7827" actId="1076"/>
          <ac:picMkLst>
            <pc:docMk/>
            <pc:sldMk cId="1092402601" sldId="908"/>
            <ac:picMk id="1028" creationId="{621470B5-FDD1-9919-5B45-E02DDFDE9132}"/>
          </ac:picMkLst>
        </pc:picChg>
      </pc:sldChg>
      <pc:sldChg chg="addSp modSp new mod setBg">
        <pc:chgData name="Kelly Asche" userId="e65b4a93-a81a-4939-bbd4-30571e0b07ee" providerId="ADAL" clId="{6625907D-B7F6-054E-AF16-0D8CDDBEB05D}" dt="2023-11-14T14:24:09.429" v="8164" actId="26606"/>
        <pc:sldMkLst>
          <pc:docMk/>
          <pc:sldMk cId="2666875916" sldId="909"/>
        </pc:sldMkLst>
        <pc:spChg chg="mod">
          <ac:chgData name="Kelly Asche" userId="e65b4a93-a81a-4939-bbd4-30571e0b07ee" providerId="ADAL" clId="{6625907D-B7F6-054E-AF16-0D8CDDBEB05D}" dt="2023-11-14T14:24:09.429" v="8164" actId="26606"/>
          <ac:spMkLst>
            <pc:docMk/>
            <pc:sldMk cId="2666875916" sldId="909"/>
            <ac:spMk id="2" creationId="{2ED0CD62-FE17-1357-7CFC-71058BD70BE7}"/>
          </ac:spMkLst>
        </pc:spChg>
        <pc:spChg chg="mod">
          <ac:chgData name="Kelly Asche" userId="e65b4a93-a81a-4939-bbd4-30571e0b07ee" providerId="ADAL" clId="{6625907D-B7F6-054E-AF16-0D8CDDBEB05D}" dt="2023-11-14T14:24:09.429" v="8164" actId="26606"/>
          <ac:spMkLst>
            <pc:docMk/>
            <pc:sldMk cId="2666875916" sldId="909"/>
            <ac:spMk id="3" creationId="{F096E45A-55BA-D6EB-8F7A-F64BC411C1A4}"/>
          </ac:spMkLst>
        </pc:spChg>
        <pc:spChg chg="mod">
          <ac:chgData name="Kelly Asche" userId="e65b4a93-a81a-4939-bbd4-30571e0b07ee" providerId="ADAL" clId="{6625907D-B7F6-054E-AF16-0D8CDDBEB05D}" dt="2023-11-14T14:24:09.429" v="8164" actId="26606"/>
          <ac:spMkLst>
            <pc:docMk/>
            <pc:sldMk cId="2666875916" sldId="909"/>
            <ac:spMk id="4" creationId="{FAD0301B-1946-0774-D3C5-5D452321BB45}"/>
          </ac:spMkLst>
        </pc:spChg>
        <pc:spChg chg="add">
          <ac:chgData name="Kelly Asche" userId="e65b4a93-a81a-4939-bbd4-30571e0b07ee" providerId="ADAL" clId="{6625907D-B7F6-054E-AF16-0D8CDDBEB05D}" dt="2023-11-14T14:24:09.429" v="8164" actId="26606"/>
          <ac:spMkLst>
            <pc:docMk/>
            <pc:sldMk cId="2666875916" sldId="909"/>
            <ac:spMk id="9" creationId="{52C0B2E1-0268-42EC-ABD3-94F81A05BCBD}"/>
          </ac:spMkLst>
        </pc:spChg>
        <pc:spChg chg="add">
          <ac:chgData name="Kelly Asche" userId="e65b4a93-a81a-4939-bbd4-30571e0b07ee" providerId="ADAL" clId="{6625907D-B7F6-054E-AF16-0D8CDDBEB05D}" dt="2023-11-14T14:24:09.429" v="8164" actId="26606"/>
          <ac:spMkLst>
            <pc:docMk/>
            <pc:sldMk cId="2666875916" sldId="909"/>
            <ac:spMk id="11" creationId="{7D2256B4-48EA-40FC-BBC0-AA1EE6E0080C}"/>
          </ac:spMkLst>
        </pc:spChg>
        <pc:spChg chg="add">
          <ac:chgData name="Kelly Asche" userId="e65b4a93-a81a-4939-bbd4-30571e0b07ee" providerId="ADAL" clId="{6625907D-B7F6-054E-AF16-0D8CDDBEB05D}" dt="2023-11-14T14:24:09.429" v="8164" actId="26606"/>
          <ac:spMkLst>
            <pc:docMk/>
            <pc:sldMk cId="2666875916" sldId="909"/>
            <ac:spMk id="15" creationId="{F3B3B6C5-748F-437C-AE76-DB11FEA99E16}"/>
          </ac:spMkLst>
        </pc:spChg>
        <pc:spChg chg="add">
          <ac:chgData name="Kelly Asche" userId="e65b4a93-a81a-4939-bbd4-30571e0b07ee" providerId="ADAL" clId="{6625907D-B7F6-054E-AF16-0D8CDDBEB05D}" dt="2023-11-14T14:24:09.429" v="8164" actId="26606"/>
          <ac:spMkLst>
            <pc:docMk/>
            <pc:sldMk cId="2666875916" sldId="909"/>
            <ac:spMk id="17" creationId="{197CEB5D-9BB2-475C-BA8D-AC88BB8C976E}"/>
          </ac:spMkLst>
        </pc:spChg>
        <pc:cxnChg chg="add">
          <ac:chgData name="Kelly Asche" userId="e65b4a93-a81a-4939-bbd4-30571e0b07ee" providerId="ADAL" clId="{6625907D-B7F6-054E-AF16-0D8CDDBEB05D}" dt="2023-11-14T14:24:09.429" v="8164" actId="26606"/>
          <ac:cxnSpMkLst>
            <pc:docMk/>
            <pc:sldMk cId="2666875916" sldId="909"/>
            <ac:cxnSpMk id="13" creationId="{3D44BCCA-102D-4A9D-B1E4-2450CAF0B05E}"/>
          </ac:cxnSpMkLst>
        </pc:cxnChg>
        <pc:cxnChg chg="add">
          <ac:chgData name="Kelly Asche" userId="e65b4a93-a81a-4939-bbd4-30571e0b07ee" providerId="ADAL" clId="{6625907D-B7F6-054E-AF16-0D8CDDBEB05D}" dt="2023-11-14T14:24:09.429" v="8164" actId="26606"/>
          <ac:cxnSpMkLst>
            <pc:docMk/>
            <pc:sldMk cId="2666875916" sldId="909"/>
            <ac:cxnSpMk id="19" creationId="{BB14AD1F-ADD5-46E7-966F-4C0290232FF9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emf"/><Relationship Id="rId1" Type="http://schemas.openxmlformats.org/officeDocument/2006/relationships/image" Target="../media/image17.emf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emf"/><Relationship Id="rId1" Type="http://schemas.openxmlformats.org/officeDocument/2006/relationships/image" Target="../media/image17.emf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B32E98-C028-49A3-BEA0-44E008EC0D1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13FE7B9-A449-4FCC-925B-2A6607E07829}">
      <dgm:prSet/>
      <dgm:spPr/>
      <dgm:t>
        <a:bodyPr/>
        <a:lstStyle/>
        <a:p>
          <a:r>
            <a:rPr lang="en-US" dirty="0"/>
            <a:t>High school graduate (2008 – 2023)</a:t>
          </a:r>
        </a:p>
      </dgm:t>
    </dgm:pt>
    <dgm:pt modelId="{ACE7FD4A-AA33-4181-A4D9-69028FE9099D}" type="parTrans" cxnId="{862BF757-A7D6-474A-B274-626FA8491820}">
      <dgm:prSet/>
      <dgm:spPr/>
      <dgm:t>
        <a:bodyPr/>
        <a:lstStyle/>
        <a:p>
          <a:endParaRPr lang="en-US"/>
        </a:p>
      </dgm:t>
    </dgm:pt>
    <dgm:pt modelId="{ADD4C474-A1E7-4C39-909A-914A086E0346}" type="sibTrans" cxnId="{862BF757-A7D6-474A-B274-626FA8491820}">
      <dgm:prSet/>
      <dgm:spPr/>
      <dgm:t>
        <a:bodyPr/>
        <a:lstStyle/>
        <a:p>
          <a:endParaRPr lang="en-US"/>
        </a:p>
      </dgm:t>
    </dgm:pt>
    <dgm:pt modelId="{7E3F0163-4626-4A73-B919-3B597056BD45}">
      <dgm:prSet/>
      <dgm:spPr/>
      <dgm:t>
        <a:bodyPr/>
        <a:lstStyle/>
        <a:p>
          <a:r>
            <a:rPr lang="en-US" dirty="0"/>
            <a:t>High schools with physical address in EDR 5, 7E, 7W (referred to as Central in report)</a:t>
          </a:r>
        </a:p>
      </dgm:t>
    </dgm:pt>
    <dgm:pt modelId="{B32B1F7C-5FF3-4DCB-A3D0-07809D2277F8}" type="parTrans" cxnId="{FEDE19DA-24A5-41C3-8D58-D95791CF15BC}">
      <dgm:prSet/>
      <dgm:spPr/>
      <dgm:t>
        <a:bodyPr/>
        <a:lstStyle/>
        <a:p>
          <a:endParaRPr lang="en-US"/>
        </a:p>
      </dgm:t>
    </dgm:pt>
    <dgm:pt modelId="{46E87944-5AF4-44A0-81A8-C1CE678F9833}" type="sibTrans" cxnId="{FEDE19DA-24A5-41C3-8D58-D95791CF15BC}">
      <dgm:prSet/>
      <dgm:spPr/>
      <dgm:t>
        <a:bodyPr/>
        <a:lstStyle/>
        <a:p>
          <a:endParaRPr lang="en-US"/>
        </a:p>
      </dgm:t>
    </dgm:pt>
    <dgm:pt modelId="{66E3D777-90D2-4BFD-A1F9-DE9EE15C392A}">
      <dgm:prSet/>
      <dgm:spPr/>
      <dgm:t>
        <a:bodyPr/>
        <a:lstStyle/>
        <a:p>
          <a:r>
            <a:rPr lang="en-US" dirty="0"/>
            <a:t>Years 2006 - 2019</a:t>
          </a:r>
        </a:p>
      </dgm:t>
    </dgm:pt>
    <dgm:pt modelId="{1D2A9F4D-B865-4362-9E99-6C2999EC285B}" type="parTrans" cxnId="{4AC26A30-7B25-4D0C-B35C-3CA14F1B0E7A}">
      <dgm:prSet/>
      <dgm:spPr/>
      <dgm:t>
        <a:bodyPr/>
        <a:lstStyle/>
        <a:p>
          <a:endParaRPr lang="en-US"/>
        </a:p>
      </dgm:t>
    </dgm:pt>
    <dgm:pt modelId="{36FCC37E-9787-408F-BA58-6F0D2C3046C3}" type="sibTrans" cxnId="{4AC26A30-7B25-4D0C-B35C-3CA14F1B0E7A}">
      <dgm:prSet/>
      <dgm:spPr/>
      <dgm:t>
        <a:bodyPr/>
        <a:lstStyle/>
        <a:p>
          <a:endParaRPr lang="en-US"/>
        </a:p>
      </dgm:t>
    </dgm:pt>
    <dgm:pt modelId="{E4197313-F50E-4D4F-8416-BEDEB6A3078F}" type="pres">
      <dgm:prSet presAssocID="{8EB32E98-C028-49A3-BEA0-44E008EC0D11}" presName="root" presStyleCnt="0">
        <dgm:presLayoutVars>
          <dgm:dir/>
          <dgm:resizeHandles val="exact"/>
        </dgm:presLayoutVars>
      </dgm:prSet>
      <dgm:spPr/>
    </dgm:pt>
    <dgm:pt modelId="{E71EE470-02C4-470C-9EF9-4CC583F31330}" type="pres">
      <dgm:prSet presAssocID="{313FE7B9-A449-4FCC-925B-2A6607E07829}" presName="compNode" presStyleCnt="0"/>
      <dgm:spPr/>
    </dgm:pt>
    <dgm:pt modelId="{DEA5E328-2111-422F-BE31-7E59DD002AD1}" type="pres">
      <dgm:prSet presAssocID="{313FE7B9-A449-4FCC-925B-2A6607E078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B911234-8814-43C5-9D75-452F3121B191}" type="pres">
      <dgm:prSet presAssocID="{313FE7B9-A449-4FCC-925B-2A6607E07829}" presName="spaceRect" presStyleCnt="0"/>
      <dgm:spPr/>
    </dgm:pt>
    <dgm:pt modelId="{60472156-3483-45A6-A3F6-1CC168684FD9}" type="pres">
      <dgm:prSet presAssocID="{313FE7B9-A449-4FCC-925B-2A6607E07829}" presName="textRect" presStyleLbl="revTx" presStyleIdx="0" presStyleCnt="3">
        <dgm:presLayoutVars>
          <dgm:chMax val="1"/>
          <dgm:chPref val="1"/>
        </dgm:presLayoutVars>
      </dgm:prSet>
      <dgm:spPr/>
    </dgm:pt>
    <dgm:pt modelId="{23DACD1B-E59F-4B6A-AC4C-36B117EAC1D9}" type="pres">
      <dgm:prSet presAssocID="{ADD4C474-A1E7-4C39-909A-914A086E0346}" presName="sibTrans" presStyleCnt="0"/>
      <dgm:spPr/>
    </dgm:pt>
    <dgm:pt modelId="{69B19D99-07C6-4E87-82B1-F618227392F9}" type="pres">
      <dgm:prSet presAssocID="{7E3F0163-4626-4A73-B919-3B597056BD45}" presName="compNode" presStyleCnt="0"/>
      <dgm:spPr/>
    </dgm:pt>
    <dgm:pt modelId="{C88F9AEB-306B-4389-93F5-05E133EE0784}" type="pres">
      <dgm:prSet presAssocID="{7E3F0163-4626-4A73-B919-3B597056BD45}" presName="iconRect" presStyleLbl="node1" presStyleIdx="1" presStyleCnt="3" custScaleX="149337" custScaleY="159053" custLinFactNeighborX="157" custLinFactNeighborY="-23009"/>
      <dgm:spPr>
        <a:blipFill>
          <a:blip xmlns:r="http://schemas.openxmlformats.org/officeDocument/2006/relationships" r:embed="rId3"/>
          <a:srcRect/>
          <a:stretch>
            <a:fillRect l="-20000" r="-20000"/>
          </a:stretch>
        </a:blipFill>
        <a:ln>
          <a:noFill/>
        </a:ln>
      </dgm:spPr>
    </dgm:pt>
    <dgm:pt modelId="{BBD6E84B-5156-463C-813B-2FC233DD1E12}" type="pres">
      <dgm:prSet presAssocID="{7E3F0163-4626-4A73-B919-3B597056BD45}" presName="spaceRect" presStyleCnt="0"/>
      <dgm:spPr/>
    </dgm:pt>
    <dgm:pt modelId="{8C837AC7-67B6-4CE1-BC8B-57880A7EE083}" type="pres">
      <dgm:prSet presAssocID="{7E3F0163-4626-4A73-B919-3B597056BD45}" presName="textRect" presStyleLbl="revTx" presStyleIdx="1" presStyleCnt="3" custLinFactNeighborX="71" custLinFactNeighborY="-36328">
        <dgm:presLayoutVars>
          <dgm:chMax val="1"/>
          <dgm:chPref val="1"/>
        </dgm:presLayoutVars>
      </dgm:prSet>
      <dgm:spPr/>
    </dgm:pt>
    <dgm:pt modelId="{EF0D92D0-85ED-433C-A160-82842A1359AE}" type="pres">
      <dgm:prSet presAssocID="{46E87944-5AF4-44A0-81A8-C1CE678F9833}" presName="sibTrans" presStyleCnt="0"/>
      <dgm:spPr/>
    </dgm:pt>
    <dgm:pt modelId="{A983045C-2898-416F-B031-3601FC2FB17D}" type="pres">
      <dgm:prSet presAssocID="{66E3D777-90D2-4BFD-A1F9-DE9EE15C392A}" presName="compNode" presStyleCnt="0"/>
      <dgm:spPr/>
    </dgm:pt>
    <dgm:pt modelId="{405B7F52-B2D4-40BE-9505-696E78F184E0}" type="pres">
      <dgm:prSet presAssocID="{66E3D777-90D2-4BFD-A1F9-DE9EE15C392A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79E74E7B-E438-47FF-8821-0E5FD72391B7}" type="pres">
      <dgm:prSet presAssocID="{66E3D777-90D2-4BFD-A1F9-DE9EE15C392A}" presName="spaceRect" presStyleCnt="0"/>
      <dgm:spPr/>
    </dgm:pt>
    <dgm:pt modelId="{3D83F54D-19CE-4E60-AFD0-ECE5391F44E1}" type="pres">
      <dgm:prSet presAssocID="{66E3D777-90D2-4BFD-A1F9-DE9EE15C392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AC26A30-7B25-4D0C-B35C-3CA14F1B0E7A}" srcId="{8EB32E98-C028-49A3-BEA0-44E008EC0D11}" destId="{66E3D777-90D2-4BFD-A1F9-DE9EE15C392A}" srcOrd="2" destOrd="0" parTransId="{1D2A9F4D-B865-4362-9E99-6C2999EC285B}" sibTransId="{36FCC37E-9787-408F-BA58-6F0D2C3046C3}"/>
    <dgm:cxn modelId="{862BF757-A7D6-474A-B274-626FA8491820}" srcId="{8EB32E98-C028-49A3-BEA0-44E008EC0D11}" destId="{313FE7B9-A449-4FCC-925B-2A6607E07829}" srcOrd="0" destOrd="0" parTransId="{ACE7FD4A-AA33-4181-A4D9-69028FE9099D}" sibTransId="{ADD4C474-A1E7-4C39-909A-914A086E0346}"/>
    <dgm:cxn modelId="{5F50595F-D1A9-4A25-BEF8-1DAA0FAB5B7B}" type="presOf" srcId="{66E3D777-90D2-4BFD-A1F9-DE9EE15C392A}" destId="{3D83F54D-19CE-4E60-AFD0-ECE5391F44E1}" srcOrd="0" destOrd="0" presId="urn:microsoft.com/office/officeart/2018/2/layout/IconLabelList"/>
    <dgm:cxn modelId="{57F8E07A-F6E5-45A4-B2A2-4388E422FD0E}" type="presOf" srcId="{7E3F0163-4626-4A73-B919-3B597056BD45}" destId="{8C837AC7-67B6-4CE1-BC8B-57880A7EE083}" srcOrd="0" destOrd="0" presId="urn:microsoft.com/office/officeart/2018/2/layout/IconLabelList"/>
    <dgm:cxn modelId="{BB4328C1-CF52-4589-91C7-A827E92CE21A}" type="presOf" srcId="{313FE7B9-A449-4FCC-925B-2A6607E07829}" destId="{60472156-3483-45A6-A3F6-1CC168684FD9}" srcOrd="0" destOrd="0" presId="urn:microsoft.com/office/officeart/2018/2/layout/IconLabelList"/>
    <dgm:cxn modelId="{FEDE19DA-24A5-41C3-8D58-D95791CF15BC}" srcId="{8EB32E98-C028-49A3-BEA0-44E008EC0D11}" destId="{7E3F0163-4626-4A73-B919-3B597056BD45}" srcOrd="1" destOrd="0" parTransId="{B32B1F7C-5FF3-4DCB-A3D0-07809D2277F8}" sibTransId="{46E87944-5AF4-44A0-81A8-C1CE678F9833}"/>
    <dgm:cxn modelId="{DCFB04FD-8C72-4B91-ABF2-D1CBEDF3FFB0}" type="presOf" srcId="{8EB32E98-C028-49A3-BEA0-44E008EC0D11}" destId="{E4197313-F50E-4D4F-8416-BEDEB6A3078F}" srcOrd="0" destOrd="0" presId="urn:microsoft.com/office/officeart/2018/2/layout/IconLabelList"/>
    <dgm:cxn modelId="{4DCF4F62-7250-4553-8422-526215E4CDAB}" type="presParOf" srcId="{E4197313-F50E-4D4F-8416-BEDEB6A3078F}" destId="{E71EE470-02C4-470C-9EF9-4CC583F31330}" srcOrd="0" destOrd="0" presId="urn:microsoft.com/office/officeart/2018/2/layout/IconLabelList"/>
    <dgm:cxn modelId="{874BBDAD-D323-401D-81B6-2A78036B2E80}" type="presParOf" srcId="{E71EE470-02C4-470C-9EF9-4CC583F31330}" destId="{DEA5E328-2111-422F-BE31-7E59DD002AD1}" srcOrd="0" destOrd="0" presId="urn:microsoft.com/office/officeart/2018/2/layout/IconLabelList"/>
    <dgm:cxn modelId="{7FB15299-3A78-412F-AB3F-597A4C09C3D3}" type="presParOf" srcId="{E71EE470-02C4-470C-9EF9-4CC583F31330}" destId="{BB911234-8814-43C5-9D75-452F3121B191}" srcOrd="1" destOrd="0" presId="urn:microsoft.com/office/officeart/2018/2/layout/IconLabelList"/>
    <dgm:cxn modelId="{B629DF29-7953-40BF-9C61-E7210DE8609A}" type="presParOf" srcId="{E71EE470-02C4-470C-9EF9-4CC583F31330}" destId="{60472156-3483-45A6-A3F6-1CC168684FD9}" srcOrd="2" destOrd="0" presId="urn:microsoft.com/office/officeart/2018/2/layout/IconLabelList"/>
    <dgm:cxn modelId="{2C9505DA-3F11-443D-A515-4E5FCE45DE14}" type="presParOf" srcId="{E4197313-F50E-4D4F-8416-BEDEB6A3078F}" destId="{23DACD1B-E59F-4B6A-AC4C-36B117EAC1D9}" srcOrd="1" destOrd="0" presId="urn:microsoft.com/office/officeart/2018/2/layout/IconLabelList"/>
    <dgm:cxn modelId="{C787095C-B252-458A-A867-26D6E00F43F6}" type="presParOf" srcId="{E4197313-F50E-4D4F-8416-BEDEB6A3078F}" destId="{69B19D99-07C6-4E87-82B1-F618227392F9}" srcOrd="2" destOrd="0" presId="urn:microsoft.com/office/officeart/2018/2/layout/IconLabelList"/>
    <dgm:cxn modelId="{847D1C91-7B25-4106-9051-0B42457C56AA}" type="presParOf" srcId="{69B19D99-07C6-4E87-82B1-F618227392F9}" destId="{C88F9AEB-306B-4389-93F5-05E133EE0784}" srcOrd="0" destOrd="0" presId="urn:microsoft.com/office/officeart/2018/2/layout/IconLabelList"/>
    <dgm:cxn modelId="{0D1A1474-0C6A-4D3B-8D90-96072F74667D}" type="presParOf" srcId="{69B19D99-07C6-4E87-82B1-F618227392F9}" destId="{BBD6E84B-5156-463C-813B-2FC233DD1E12}" srcOrd="1" destOrd="0" presId="urn:microsoft.com/office/officeart/2018/2/layout/IconLabelList"/>
    <dgm:cxn modelId="{23C2D2E5-7FA0-4F46-8A09-7A070E3DDAF2}" type="presParOf" srcId="{69B19D99-07C6-4E87-82B1-F618227392F9}" destId="{8C837AC7-67B6-4CE1-BC8B-57880A7EE083}" srcOrd="2" destOrd="0" presId="urn:microsoft.com/office/officeart/2018/2/layout/IconLabelList"/>
    <dgm:cxn modelId="{D8B72C65-EEFD-4572-923D-2B515357AB37}" type="presParOf" srcId="{E4197313-F50E-4D4F-8416-BEDEB6A3078F}" destId="{EF0D92D0-85ED-433C-A160-82842A1359AE}" srcOrd="3" destOrd="0" presId="urn:microsoft.com/office/officeart/2018/2/layout/IconLabelList"/>
    <dgm:cxn modelId="{A86ADB85-0C8F-4243-ACA4-B1EAD62C74B8}" type="presParOf" srcId="{E4197313-F50E-4D4F-8416-BEDEB6A3078F}" destId="{A983045C-2898-416F-B031-3601FC2FB17D}" srcOrd="4" destOrd="0" presId="urn:microsoft.com/office/officeart/2018/2/layout/IconLabelList"/>
    <dgm:cxn modelId="{CFAE9330-4C2D-497E-8804-F1FF650BF62C}" type="presParOf" srcId="{A983045C-2898-416F-B031-3601FC2FB17D}" destId="{405B7F52-B2D4-40BE-9505-696E78F184E0}" srcOrd="0" destOrd="0" presId="urn:microsoft.com/office/officeart/2018/2/layout/IconLabelList"/>
    <dgm:cxn modelId="{1C661957-2533-499E-B0F5-513A4DE83F42}" type="presParOf" srcId="{A983045C-2898-416F-B031-3601FC2FB17D}" destId="{79E74E7B-E438-47FF-8821-0E5FD72391B7}" srcOrd="1" destOrd="0" presId="urn:microsoft.com/office/officeart/2018/2/layout/IconLabelList"/>
    <dgm:cxn modelId="{D84F5788-3782-4420-B224-7CCF4EC81268}" type="presParOf" srcId="{A983045C-2898-416F-B031-3601FC2FB17D}" destId="{3D83F54D-19CE-4E60-AFD0-ECE5391F44E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65AA35-28D8-F241-9A5A-A74E2F7AD210}" type="doc">
      <dgm:prSet loTypeId="urn:microsoft.com/office/officeart/2008/layout/RadialCluster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B3EA246-E42E-9C42-A06F-77C96C400E04}">
      <dgm:prSet phldrT="[Text]"/>
      <dgm:spPr/>
      <dgm:t>
        <a:bodyPr/>
        <a:lstStyle/>
        <a:p>
          <a:r>
            <a:rPr lang="en-US" dirty="0"/>
            <a:t>Individual</a:t>
          </a:r>
        </a:p>
      </dgm:t>
    </dgm:pt>
    <dgm:pt modelId="{CBCB1927-842E-DC4F-81FA-1B9F46AEB5E8}" type="parTrans" cxnId="{F89C7962-F1F2-F443-BC94-8CA489989427}">
      <dgm:prSet/>
      <dgm:spPr/>
      <dgm:t>
        <a:bodyPr/>
        <a:lstStyle/>
        <a:p>
          <a:endParaRPr lang="en-US"/>
        </a:p>
      </dgm:t>
    </dgm:pt>
    <dgm:pt modelId="{C717EEBC-14BE-6643-8BD1-16DB58DB14A3}" type="sibTrans" cxnId="{F89C7962-F1F2-F443-BC94-8CA489989427}">
      <dgm:prSet/>
      <dgm:spPr/>
      <dgm:t>
        <a:bodyPr/>
        <a:lstStyle/>
        <a:p>
          <a:endParaRPr lang="en-US"/>
        </a:p>
      </dgm:t>
    </dgm:pt>
    <dgm:pt modelId="{5809B1B2-EDFD-6343-A974-CA067C390396}">
      <dgm:prSet phldrT="[Text]"/>
      <dgm:spPr/>
      <dgm:t>
        <a:bodyPr/>
        <a:lstStyle/>
        <a:p>
          <a:r>
            <a:rPr lang="en-US" dirty="0"/>
            <a:t>High school variables</a:t>
          </a:r>
        </a:p>
      </dgm:t>
    </dgm:pt>
    <dgm:pt modelId="{8F30BDDE-BFA9-224D-8C9F-741E2109F6BF}" type="parTrans" cxnId="{46347E38-DE77-0D46-A7F9-FD66644D44BA}">
      <dgm:prSet/>
      <dgm:spPr/>
      <dgm:t>
        <a:bodyPr/>
        <a:lstStyle/>
        <a:p>
          <a:endParaRPr lang="en-US"/>
        </a:p>
      </dgm:t>
    </dgm:pt>
    <dgm:pt modelId="{B31DDA1E-CDAA-2E42-B6F9-5117F6621FF5}" type="sibTrans" cxnId="{46347E38-DE77-0D46-A7F9-FD66644D44BA}">
      <dgm:prSet/>
      <dgm:spPr/>
      <dgm:t>
        <a:bodyPr/>
        <a:lstStyle/>
        <a:p>
          <a:endParaRPr lang="en-US"/>
        </a:p>
      </dgm:t>
    </dgm:pt>
    <dgm:pt modelId="{C2599D0F-12D8-7249-93C9-CBCAA21808C2}">
      <dgm:prSet phldrT="[Text]"/>
      <dgm:spPr/>
      <dgm:t>
        <a:bodyPr/>
        <a:lstStyle/>
        <a:p>
          <a:r>
            <a:rPr lang="en-US" dirty="0"/>
            <a:t>Post-secondary variables</a:t>
          </a:r>
        </a:p>
      </dgm:t>
    </dgm:pt>
    <dgm:pt modelId="{77114A9F-0CE9-994E-B4F5-8278446F00E3}" type="parTrans" cxnId="{4A4D6C51-505A-2D45-9022-7137A8DE8E76}">
      <dgm:prSet/>
      <dgm:spPr/>
      <dgm:t>
        <a:bodyPr/>
        <a:lstStyle/>
        <a:p>
          <a:endParaRPr lang="en-US"/>
        </a:p>
      </dgm:t>
    </dgm:pt>
    <dgm:pt modelId="{612F30A2-0C41-8946-92F4-11E1CCDF9D75}" type="sibTrans" cxnId="{4A4D6C51-505A-2D45-9022-7137A8DE8E76}">
      <dgm:prSet/>
      <dgm:spPr/>
      <dgm:t>
        <a:bodyPr/>
        <a:lstStyle/>
        <a:p>
          <a:endParaRPr lang="en-US"/>
        </a:p>
      </dgm:t>
    </dgm:pt>
    <dgm:pt modelId="{A35BE9FE-2407-FA49-AEEF-6BC1516C3104}">
      <dgm:prSet phldrT="[Text]"/>
      <dgm:spPr/>
      <dgm:t>
        <a:bodyPr/>
        <a:lstStyle/>
        <a:p>
          <a:r>
            <a:rPr lang="en-US" dirty="0"/>
            <a:t>MN Employment records</a:t>
          </a:r>
        </a:p>
      </dgm:t>
    </dgm:pt>
    <dgm:pt modelId="{4935E02B-F3DA-C34C-8260-19D13F7BC677}" type="parTrans" cxnId="{7A3C7F05-A6C9-EC49-A806-4FCE47E8EC07}">
      <dgm:prSet/>
      <dgm:spPr/>
      <dgm:t>
        <a:bodyPr/>
        <a:lstStyle/>
        <a:p>
          <a:endParaRPr lang="en-US"/>
        </a:p>
      </dgm:t>
    </dgm:pt>
    <dgm:pt modelId="{0FCF0BB1-0D42-2E4A-A94E-C3999AFECE92}" type="sibTrans" cxnId="{7A3C7F05-A6C9-EC49-A806-4FCE47E8EC07}">
      <dgm:prSet/>
      <dgm:spPr/>
      <dgm:t>
        <a:bodyPr/>
        <a:lstStyle/>
        <a:p>
          <a:endParaRPr lang="en-US"/>
        </a:p>
      </dgm:t>
    </dgm:pt>
    <dgm:pt modelId="{7184B240-1E6E-1C4E-BBB7-7F36BA53A5D3}" type="pres">
      <dgm:prSet presAssocID="{2D65AA35-28D8-F241-9A5A-A74E2F7AD210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F5D666B4-9103-CD49-AF2D-E570573BCB98}" type="pres">
      <dgm:prSet presAssocID="{2B3EA246-E42E-9C42-A06F-77C96C400E04}" presName="singleCycle" presStyleCnt="0"/>
      <dgm:spPr/>
    </dgm:pt>
    <dgm:pt modelId="{3A6CC95B-02E1-4D48-B068-B1B49B7B42CB}" type="pres">
      <dgm:prSet presAssocID="{2B3EA246-E42E-9C42-A06F-77C96C400E04}" presName="singleCenter" presStyleLbl="node1" presStyleIdx="0" presStyleCnt="4">
        <dgm:presLayoutVars>
          <dgm:chMax val="7"/>
          <dgm:chPref val="7"/>
        </dgm:presLayoutVars>
      </dgm:prSet>
      <dgm:spPr/>
    </dgm:pt>
    <dgm:pt modelId="{E5BCF5FD-9314-8243-AAD7-1798C009D457}" type="pres">
      <dgm:prSet presAssocID="{8F30BDDE-BFA9-224D-8C9F-741E2109F6BF}" presName="Name56" presStyleLbl="parChTrans1D2" presStyleIdx="0" presStyleCnt="3"/>
      <dgm:spPr/>
    </dgm:pt>
    <dgm:pt modelId="{BBF5B34E-1B38-5B48-9251-79E717E983ED}" type="pres">
      <dgm:prSet presAssocID="{5809B1B2-EDFD-6343-A974-CA067C390396}" presName="text0" presStyleLbl="node1" presStyleIdx="1" presStyleCnt="4">
        <dgm:presLayoutVars>
          <dgm:bulletEnabled val="1"/>
        </dgm:presLayoutVars>
      </dgm:prSet>
      <dgm:spPr/>
    </dgm:pt>
    <dgm:pt modelId="{DC9ACB22-1EB8-8540-BE06-7C23F1894289}" type="pres">
      <dgm:prSet presAssocID="{77114A9F-0CE9-994E-B4F5-8278446F00E3}" presName="Name56" presStyleLbl="parChTrans1D2" presStyleIdx="1" presStyleCnt="3"/>
      <dgm:spPr/>
    </dgm:pt>
    <dgm:pt modelId="{2F807784-E039-FF43-B6D4-1364A3EE9D46}" type="pres">
      <dgm:prSet presAssocID="{C2599D0F-12D8-7249-93C9-CBCAA21808C2}" presName="text0" presStyleLbl="node1" presStyleIdx="2" presStyleCnt="4">
        <dgm:presLayoutVars>
          <dgm:bulletEnabled val="1"/>
        </dgm:presLayoutVars>
      </dgm:prSet>
      <dgm:spPr/>
    </dgm:pt>
    <dgm:pt modelId="{9A4EFF52-5BB5-664A-95B3-65D2682472A4}" type="pres">
      <dgm:prSet presAssocID="{4935E02B-F3DA-C34C-8260-19D13F7BC677}" presName="Name56" presStyleLbl="parChTrans1D2" presStyleIdx="2" presStyleCnt="3"/>
      <dgm:spPr/>
    </dgm:pt>
    <dgm:pt modelId="{24D5DDD2-4A64-0D49-927A-A0491D96815C}" type="pres">
      <dgm:prSet presAssocID="{A35BE9FE-2407-FA49-AEEF-6BC1516C3104}" presName="text0" presStyleLbl="node1" presStyleIdx="3" presStyleCnt="4">
        <dgm:presLayoutVars>
          <dgm:bulletEnabled val="1"/>
        </dgm:presLayoutVars>
      </dgm:prSet>
      <dgm:spPr/>
    </dgm:pt>
  </dgm:ptLst>
  <dgm:cxnLst>
    <dgm:cxn modelId="{DB870502-F493-B341-84B2-CD23975B362D}" type="presOf" srcId="{5809B1B2-EDFD-6343-A974-CA067C390396}" destId="{BBF5B34E-1B38-5B48-9251-79E717E983ED}" srcOrd="0" destOrd="0" presId="urn:microsoft.com/office/officeart/2008/layout/RadialCluster"/>
    <dgm:cxn modelId="{7A3C7F05-A6C9-EC49-A806-4FCE47E8EC07}" srcId="{2B3EA246-E42E-9C42-A06F-77C96C400E04}" destId="{A35BE9FE-2407-FA49-AEEF-6BC1516C3104}" srcOrd="2" destOrd="0" parTransId="{4935E02B-F3DA-C34C-8260-19D13F7BC677}" sibTransId="{0FCF0BB1-0D42-2E4A-A94E-C3999AFECE92}"/>
    <dgm:cxn modelId="{BDCF4725-2FA7-5B46-BF90-6B0DE9B2DEDA}" type="presOf" srcId="{2B3EA246-E42E-9C42-A06F-77C96C400E04}" destId="{3A6CC95B-02E1-4D48-B068-B1B49B7B42CB}" srcOrd="0" destOrd="0" presId="urn:microsoft.com/office/officeart/2008/layout/RadialCluster"/>
    <dgm:cxn modelId="{46347E38-DE77-0D46-A7F9-FD66644D44BA}" srcId="{2B3EA246-E42E-9C42-A06F-77C96C400E04}" destId="{5809B1B2-EDFD-6343-A974-CA067C390396}" srcOrd="0" destOrd="0" parTransId="{8F30BDDE-BFA9-224D-8C9F-741E2109F6BF}" sibTransId="{B31DDA1E-CDAA-2E42-B6F9-5117F6621FF5}"/>
    <dgm:cxn modelId="{A6DF5642-A00A-D643-B3D8-2F6DCC3BFD00}" type="presOf" srcId="{8F30BDDE-BFA9-224D-8C9F-741E2109F6BF}" destId="{E5BCF5FD-9314-8243-AAD7-1798C009D457}" srcOrd="0" destOrd="0" presId="urn:microsoft.com/office/officeart/2008/layout/RadialCluster"/>
    <dgm:cxn modelId="{4A4D6C51-505A-2D45-9022-7137A8DE8E76}" srcId="{2B3EA246-E42E-9C42-A06F-77C96C400E04}" destId="{C2599D0F-12D8-7249-93C9-CBCAA21808C2}" srcOrd="1" destOrd="0" parTransId="{77114A9F-0CE9-994E-B4F5-8278446F00E3}" sibTransId="{612F30A2-0C41-8946-92F4-11E1CCDF9D75}"/>
    <dgm:cxn modelId="{F89C7962-F1F2-F443-BC94-8CA489989427}" srcId="{2D65AA35-28D8-F241-9A5A-A74E2F7AD210}" destId="{2B3EA246-E42E-9C42-A06F-77C96C400E04}" srcOrd="0" destOrd="0" parTransId="{CBCB1927-842E-DC4F-81FA-1B9F46AEB5E8}" sibTransId="{C717EEBC-14BE-6643-8BD1-16DB58DB14A3}"/>
    <dgm:cxn modelId="{C019087D-F3C1-E241-97B1-6ADE55F2D7BA}" type="presOf" srcId="{2D65AA35-28D8-F241-9A5A-A74E2F7AD210}" destId="{7184B240-1E6E-1C4E-BBB7-7F36BA53A5D3}" srcOrd="0" destOrd="0" presId="urn:microsoft.com/office/officeart/2008/layout/RadialCluster"/>
    <dgm:cxn modelId="{0BB0AECC-37C1-9D44-B884-8FDD704D50D0}" type="presOf" srcId="{C2599D0F-12D8-7249-93C9-CBCAA21808C2}" destId="{2F807784-E039-FF43-B6D4-1364A3EE9D46}" srcOrd="0" destOrd="0" presId="urn:microsoft.com/office/officeart/2008/layout/RadialCluster"/>
    <dgm:cxn modelId="{D5B13AF2-7D30-2F48-A4FC-1EE8E247FC9D}" type="presOf" srcId="{77114A9F-0CE9-994E-B4F5-8278446F00E3}" destId="{DC9ACB22-1EB8-8540-BE06-7C23F1894289}" srcOrd="0" destOrd="0" presId="urn:microsoft.com/office/officeart/2008/layout/RadialCluster"/>
    <dgm:cxn modelId="{526BA0F2-343A-0F46-8754-1E5AFD8EB60F}" type="presOf" srcId="{A35BE9FE-2407-FA49-AEEF-6BC1516C3104}" destId="{24D5DDD2-4A64-0D49-927A-A0491D96815C}" srcOrd="0" destOrd="0" presId="urn:microsoft.com/office/officeart/2008/layout/RadialCluster"/>
    <dgm:cxn modelId="{E603D5F2-B9F9-174E-8631-0F4389E9A250}" type="presOf" srcId="{4935E02B-F3DA-C34C-8260-19D13F7BC677}" destId="{9A4EFF52-5BB5-664A-95B3-65D2682472A4}" srcOrd="0" destOrd="0" presId="urn:microsoft.com/office/officeart/2008/layout/RadialCluster"/>
    <dgm:cxn modelId="{AA4350A9-D75E-474A-8363-B26D69A5B529}" type="presParOf" srcId="{7184B240-1E6E-1C4E-BBB7-7F36BA53A5D3}" destId="{F5D666B4-9103-CD49-AF2D-E570573BCB98}" srcOrd="0" destOrd="0" presId="urn:microsoft.com/office/officeart/2008/layout/RadialCluster"/>
    <dgm:cxn modelId="{9761A697-1A1A-E74C-A47A-A016ADBF90C4}" type="presParOf" srcId="{F5D666B4-9103-CD49-AF2D-E570573BCB98}" destId="{3A6CC95B-02E1-4D48-B068-B1B49B7B42CB}" srcOrd="0" destOrd="0" presId="urn:microsoft.com/office/officeart/2008/layout/RadialCluster"/>
    <dgm:cxn modelId="{5AE44D42-E413-4B49-9492-4428C4EA5227}" type="presParOf" srcId="{F5D666B4-9103-CD49-AF2D-E570573BCB98}" destId="{E5BCF5FD-9314-8243-AAD7-1798C009D457}" srcOrd="1" destOrd="0" presId="urn:microsoft.com/office/officeart/2008/layout/RadialCluster"/>
    <dgm:cxn modelId="{D05AD169-7E93-194A-BF39-7FB42CA9B82B}" type="presParOf" srcId="{F5D666B4-9103-CD49-AF2D-E570573BCB98}" destId="{BBF5B34E-1B38-5B48-9251-79E717E983ED}" srcOrd="2" destOrd="0" presId="urn:microsoft.com/office/officeart/2008/layout/RadialCluster"/>
    <dgm:cxn modelId="{04D0922D-F607-D34F-85E1-0691D92F3444}" type="presParOf" srcId="{F5D666B4-9103-CD49-AF2D-E570573BCB98}" destId="{DC9ACB22-1EB8-8540-BE06-7C23F1894289}" srcOrd="3" destOrd="0" presId="urn:microsoft.com/office/officeart/2008/layout/RadialCluster"/>
    <dgm:cxn modelId="{84C048FC-593D-3443-BDD0-B4769FFD4B6C}" type="presParOf" srcId="{F5D666B4-9103-CD49-AF2D-E570573BCB98}" destId="{2F807784-E039-FF43-B6D4-1364A3EE9D46}" srcOrd="4" destOrd="0" presId="urn:microsoft.com/office/officeart/2008/layout/RadialCluster"/>
    <dgm:cxn modelId="{9C050903-A245-904D-B884-22D6BF737D26}" type="presParOf" srcId="{F5D666B4-9103-CD49-AF2D-E570573BCB98}" destId="{9A4EFF52-5BB5-664A-95B3-65D2682472A4}" srcOrd="5" destOrd="0" presId="urn:microsoft.com/office/officeart/2008/layout/RadialCluster"/>
    <dgm:cxn modelId="{31ADA662-0F8A-8F41-B401-87291DB8E490}" type="presParOf" srcId="{F5D666B4-9103-CD49-AF2D-E570573BCB98}" destId="{24D5DDD2-4A64-0D49-927A-A0491D96815C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A10354-E7AF-4B7F-A1A7-473D0E54DDD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8064BC-42F2-4F56-8FFA-EA4D23F1F0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Meaningful WF - Central</a:t>
          </a:r>
        </a:p>
      </dgm:t>
    </dgm:pt>
    <dgm:pt modelId="{C3A6FB05-A4CC-4077-8A09-66DA42606D2C}" type="parTrans" cxnId="{637AEDEC-34E0-4239-A4F2-3D0EF8061B42}">
      <dgm:prSet/>
      <dgm:spPr/>
      <dgm:t>
        <a:bodyPr/>
        <a:lstStyle/>
        <a:p>
          <a:endParaRPr lang="en-US"/>
        </a:p>
      </dgm:t>
    </dgm:pt>
    <dgm:pt modelId="{75A8306C-B6D8-4F6F-B578-714D620BF976}" type="sibTrans" cxnId="{637AEDEC-34E0-4239-A4F2-3D0EF8061B42}">
      <dgm:prSet/>
      <dgm:spPr/>
      <dgm:t>
        <a:bodyPr/>
        <a:lstStyle/>
        <a:p>
          <a:endParaRPr lang="en-US"/>
        </a:p>
      </dgm:t>
    </dgm:pt>
    <dgm:pt modelId="{74EE9744-FC70-4AAC-8223-CCB32F9F0A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Meaningful WF  – MN, not Central</a:t>
          </a:r>
        </a:p>
      </dgm:t>
    </dgm:pt>
    <dgm:pt modelId="{E97C1B0E-88BA-496E-924E-9EDCD7A7B276}" type="parTrans" cxnId="{39A7FEB8-A668-436C-9AB5-27E8B5651FB1}">
      <dgm:prSet/>
      <dgm:spPr/>
      <dgm:t>
        <a:bodyPr/>
        <a:lstStyle/>
        <a:p>
          <a:endParaRPr lang="en-US"/>
        </a:p>
      </dgm:t>
    </dgm:pt>
    <dgm:pt modelId="{3255778A-0A9C-4334-A901-784877DCA6E4}" type="sibTrans" cxnId="{39A7FEB8-A668-436C-9AB5-27E8B5651FB1}">
      <dgm:prSet/>
      <dgm:spPr/>
      <dgm:t>
        <a:bodyPr/>
        <a:lstStyle/>
        <a:p>
          <a:endParaRPr lang="en-US"/>
        </a:p>
      </dgm:t>
    </dgm:pt>
    <dgm:pt modelId="{35B1E107-47BC-47BC-ABEB-AFC2CE99B9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Attending post-secondary</a:t>
          </a:r>
        </a:p>
      </dgm:t>
    </dgm:pt>
    <dgm:pt modelId="{1FBDD203-67A8-4A28-ABBC-5F06B9781546}" type="parTrans" cxnId="{F71CDCAE-3C22-4B13-BAC3-90228FBFB1A3}">
      <dgm:prSet/>
      <dgm:spPr/>
      <dgm:t>
        <a:bodyPr/>
        <a:lstStyle/>
        <a:p>
          <a:endParaRPr lang="en-US"/>
        </a:p>
      </dgm:t>
    </dgm:pt>
    <dgm:pt modelId="{D453F6A5-D2B9-4DE3-ADFB-A75BF46E1710}" type="sibTrans" cxnId="{F71CDCAE-3C22-4B13-BAC3-90228FBFB1A3}">
      <dgm:prSet/>
      <dgm:spPr/>
      <dgm:t>
        <a:bodyPr/>
        <a:lstStyle/>
        <a:p>
          <a:endParaRPr lang="en-US"/>
        </a:p>
      </dgm:t>
    </dgm:pt>
    <dgm:pt modelId="{ED1C3A1A-A89F-B842-B630-2A1105E731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 meaningful, not post-secondary (Part-time)</a:t>
          </a:r>
        </a:p>
      </dgm:t>
    </dgm:pt>
    <dgm:pt modelId="{97399BB4-18B8-454D-A5BB-1CA8ACA7799A}" type="parTrans" cxnId="{422F6AB8-1A48-9F43-8EFA-1223F0D898DC}">
      <dgm:prSet/>
      <dgm:spPr/>
      <dgm:t>
        <a:bodyPr/>
        <a:lstStyle/>
        <a:p>
          <a:endParaRPr lang="en-US"/>
        </a:p>
      </dgm:t>
    </dgm:pt>
    <dgm:pt modelId="{0E9E1693-C802-3448-A28E-1E769C078C54}" type="sibTrans" cxnId="{422F6AB8-1A48-9F43-8EFA-1223F0D898DC}">
      <dgm:prSet/>
      <dgm:spPr/>
      <dgm:t>
        <a:bodyPr/>
        <a:lstStyle/>
        <a:p>
          <a:endParaRPr lang="en-US"/>
        </a:p>
      </dgm:t>
    </dgm:pt>
    <dgm:pt modelId="{575EFE71-8B9D-9440-8EFB-AA0DCC8EF3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MN employment record, no post-secondary</a:t>
          </a:r>
        </a:p>
      </dgm:t>
    </dgm:pt>
    <dgm:pt modelId="{516D84E3-8E6A-0D48-AE25-AAE87E2D0743}" type="parTrans" cxnId="{ED395421-AE74-8B4B-85E2-751E6E7A75FF}">
      <dgm:prSet/>
      <dgm:spPr/>
      <dgm:t>
        <a:bodyPr/>
        <a:lstStyle/>
        <a:p>
          <a:endParaRPr lang="en-US"/>
        </a:p>
      </dgm:t>
    </dgm:pt>
    <dgm:pt modelId="{D02E7C9A-6E8C-2849-97A3-97107BAB5ECD}" type="sibTrans" cxnId="{ED395421-AE74-8B4B-85E2-751E6E7A75FF}">
      <dgm:prSet/>
      <dgm:spPr/>
      <dgm:t>
        <a:bodyPr/>
        <a:lstStyle/>
        <a:p>
          <a:endParaRPr lang="en-US"/>
        </a:p>
      </dgm:t>
    </dgm:pt>
    <dgm:pt modelId="{2048742C-62B6-4101-B7E3-ABCF1ED98676}" type="pres">
      <dgm:prSet presAssocID="{E9A10354-E7AF-4B7F-A1A7-473D0E54DDDB}" presName="root" presStyleCnt="0">
        <dgm:presLayoutVars>
          <dgm:dir/>
          <dgm:resizeHandles val="exact"/>
        </dgm:presLayoutVars>
      </dgm:prSet>
      <dgm:spPr/>
    </dgm:pt>
    <dgm:pt modelId="{14FA6D6B-7DDA-4348-B58F-CED15FB21B96}" type="pres">
      <dgm:prSet presAssocID="{8D8064BC-42F2-4F56-8FFA-EA4D23F1F0A4}" presName="compNode" presStyleCnt="0"/>
      <dgm:spPr/>
    </dgm:pt>
    <dgm:pt modelId="{01D8AB28-5CCB-4B3C-96D4-2DE043D066DB}" type="pres">
      <dgm:prSet presAssocID="{8D8064BC-42F2-4F56-8FFA-EA4D23F1F0A4}" presName="bgRect" presStyleLbl="bgShp" presStyleIdx="0" presStyleCnt="5"/>
      <dgm:spPr/>
    </dgm:pt>
    <dgm:pt modelId="{D231597A-4E84-4CE0-B78B-396A6A505706}" type="pres">
      <dgm:prSet presAssocID="{8D8064BC-42F2-4F56-8FFA-EA4D23F1F0A4}" presName="iconRect" presStyleLbl="node1" presStyleIdx="0" presStyleCnt="5"/>
      <dgm:spPr>
        <a:blipFill>
          <a:blip xmlns:r="http://schemas.openxmlformats.org/officeDocument/2006/relationships" r:embed="rId1"/>
          <a:srcRect/>
          <a:stretch>
            <a:fillRect l="-15000" r="-15000"/>
          </a:stretch>
        </a:blipFill>
        <a:ln>
          <a:noFill/>
        </a:ln>
      </dgm:spPr>
    </dgm:pt>
    <dgm:pt modelId="{033728C2-6D12-492D-B05C-F8F09343FF7B}" type="pres">
      <dgm:prSet presAssocID="{8D8064BC-42F2-4F56-8FFA-EA4D23F1F0A4}" presName="spaceRect" presStyleCnt="0"/>
      <dgm:spPr/>
    </dgm:pt>
    <dgm:pt modelId="{F0362E7E-15BC-48C6-8746-641CE9567867}" type="pres">
      <dgm:prSet presAssocID="{8D8064BC-42F2-4F56-8FFA-EA4D23F1F0A4}" presName="parTx" presStyleLbl="revTx" presStyleIdx="0" presStyleCnt="5">
        <dgm:presLayoutVars>
          <dgm:chMax val="0"/>
          <dgm:chPref val="0"/>
        </dgm:presLayoutVars>
      </dgm:prSet>
      <dgm:spPr/>
    </dgm:pt>
    <dgm:pt modelId="{CB97F6F3-3C74-4742-ADB2-4C3FE7F66B2D}" type="pres">
      <dgm:prSet presAssocID="{75A8306C-B6D8-4F6F-B578-714D620BF976}" presName="sibTrans" presStyleCnt="0"/>
      <dgm:spPr/>
    </dgm:pt>
    <dgm:pt modelId="{9EE35940-1948-4D7F-8AC0-41462F32BE79}" type="pres">
      <dgm:prSet presAssocID="{74EE9744-FC70-4AAC-8223-CCB32F9F0A86}" presName="compNode" presStyleCnt="0"/>
      <dgm:spPr/>
    </dgm:pt>
    <dgm:pt modelId="{B22FB7F6-ECC7-4280-BD4C-469E78254860}" type="pres">
      <dgm:prSet presAssocID="{74EE9744-FC70-4AAC-8223-CCB32F9F0A86}" presName="bgRect" presStyleLbl="bgShp" presStyleIdx="1" presStyleCnt="5"/>
      <dgm:spPr/>
    </dgm:pt>
    <dgm:pt modelId="{BE3C8FF9-9A8E-4065-8716-935C6849720F}" type="pres">
      <dgm:prSet presAssocID="{74EE9744-FC70-4AAC-8223-CCB32F9F0A86}" presName="iconRect" presStyleLbl="node1" presStyleIdx="1" presStyleCnt="5"/>
      <dgm:spPr>
        <a:blipFill>
          <a:blip xmlns:r="http://schemas.openxmlformats.org/officeDocument/2006/relationships" r:embed="rId2"/>
          <a:srcRect/>
          <a:stretch>
            <a:fillRect l="-15000" r="-15000"/>
          </a:stretch>
        </a:blipFill>
        <a:ln>
          <a:noFill/>
        </a:ln>
      </dgm:spPr>
    </dgm:pt>
    <dgm:pt modelId="{62BFC01B-ADF3-4D98-BFFB-8331D903E38A}" type="pres">
      <dgm:prSet presAssocID="{74EE9744-FC70-4AAC-8223-CCB32F9F0A86}" presName="spaceRect" presStyleCnt="0"/>
      <dgm:spPr/>
    </dgm:pt>
    <dgm:pt modelId="{FC6EE357-4E1C-45A9-AE71-DA81BE7F2E2E}" type="pres">
      <dgm:prSet presAssocID="{74EE9744-FC70-4AAC-8223-CCB32F9F0A86}" presName="parTx" presStyleLbl="revTx" presStyleIdx="1" presStyleCnt="5">
        <dgm:presLayoutVars>
          <dgm:chMax val="0"/>
          <dgm:chPref val="0"/>
        </dgm:presLayoutVars>
      </dgm:prSet>
      <dgm:spPr/>
    </dgm:pt>
    <dgm:pt modelId="{89CFEEC5-962A-4AB6-B9AB-D70E676DF4AE}" type="pres">
      <dgm:prSet presAssocID="{3255778A-0A9C-4334-A901-784877DCA6E4}" presName="sibTrans" presStyleCnt="0"/>
      <dgm:spPr/>
    </dgm:pt>
    <dgm:pt modelId="{5030124C-BE4E-4C9C-BF6F-F5E48DC399D7}" type="pres">
      <dgm:prSet presAssocID="{35B1E107-47BC-47BC-ABEB-AFC2CE99B95B}" presName="compNode" presStyleCnt="0"/>
      <dgm:spPr/>
    </dgm:pt>
    <dgm:pt modelId="{E0631571-D755-451A-AE25-81DEEC63D4ED}" type="pres">
      <dgm:prSet presAssocID="{35B1E107-47BC-47BC-ABEB-AFC2CE99B95B}" presName="bgRect" presStyleLbl="bgShp" presStyleIdx="2" presStyleCnt="5"/>
      <dgm:spPr/>
    </dgm:pt>
    <dgm:pt modelId="{ED2057BD-4E47-4BFE-BE35-F97645D26F21}" type="pres">
      <dgm:prSet presAssocID="{35B1E107-47BC-47BC-ABEB-AFC2CE99B95B}" presName="iconRect" presStyleLbl="nod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2128355-582C-4202-AF04-FA9F2D2D239B}" type="pres">
      <dgm:prSet presAssocID="{35B1E107-47BC-47BC-ABEB-AFC2CE99B95B}" presName="spaceRect" presStyleCnt="0"/>
      <dgm:spPr/>
    </dgm:pt>
    <dgm:pt modelId="{963739AF-0F6B-4DE0-9A12-D8FFBE74C1C3}" type="pres">
      <dgm:prSet presAssocID="{35B1E107-47BC-47BC-ABEB-AFC2CE99B95B}" presName="parTx" presStyleLbl="revTx" presStyleIdx="2" presStyleCnt="5">
        <dgm:presLayoutVars>
          <dgm:chMax val="0"/>
          <dgm:chPref val="0"/>
        </dgm:presLayoutVars>
      </dgm:prSet>
      <dgm:spPr/>
    </dgm:pt>
    <dgm:pt modelId="{DCAFE793-40F3-45BD-AEBA-3738A2BF31C2}" type="pres">
      <dgm:prSet presAssocID="{D453F6A5-D2B9-4DE3-ADFB-A75BF46E1710}" presName="sibTrans" presStyleCnt="0"/>
      <dgm:spPr/>
    </dgm:pt>
    <dgm:pt modelId="{9C72BBED-F415-4F73-B1DB-A18828CBF4ED}" type="pres">
      <dgm:prSet presAssocID="{ED1C3A1A-A89F-B842-B630-2A1105E731A0}" presName="compNode" presStyleCnt="0"/>
      <dgm:spPr/>
    </dgm:pt>
    <dgm:pt modelId="{816DCA48-40E7-4076-A68B-C7553A2F650B}" type="pres">
      <dgm:prSet presAssocID="{ED1C3A1A-A89F-B842-B630-2A1105E731A0}" presName="bgRect" presStyleLbl="bgShp" presStyleIdx="3" presStyleCnt="5"/>
      <dgm:spPr/>
    </dgm:pt>
    <dgm:pt modelId="{70AC50B7-2414-464E-B58D-3FF7D01DAA8F}" type="pres">
      <dgm:prSet presAssocID="{ED1C3A1A-A89F-B842-B630-2A1105E731A0}" presName="iconRect" presStyleLbl="node1" presStyleIdx="3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55A92F61-41D9-4A6C-9966-5F8CED51EC48}" type="pres">
      <dgm:prSet presAssocID="{ED1C3A1A-A89F-B842-B630-2A1105E731A0}" presName="spaceRect" presStyleCnt="0"/>
      <dgm:spPr/>
    </dgm:pt>
    <dgm:pt modelId="{4425A543-8D4F-4FFB-904E-4C3CC45A105F}" type="pres">
      <dgm:prSet presAssocID="{ED1C3A1A-A89F-B842-B630-2A1105E731A0}" presName="parTx" presStyleLbl="revTx" presStyleIdx="3" presStyleCnt="5">
        <dgm:presLayoutVars>
          <dgm:chMax val="0"/>
          <dgm:chPref val="0"/>
        </dgm:presLayoutVars>
      </dgm:prSet>
      <dgm:spPr/>
    </dgm:pt>
    <dgm:pt modelId="{B4EE558C-6237-49D8-913E-B35BFB4A09D6}" type="pres">
      <dgm:prSet presAssocID="{0E9E1693-C802-3448-A28E-1E769C078C54}" presName="sibTrans" presStyleCnt="0"/>
      <dgm:spPr/>
    </dgm:pt>
    <dgm:pt modelId="{B49E121A-EA9F-4BFB-AC37-7DC0FB86963E}" type="pres">
      <dgm:prSet presAssocID="{575EFE71-8B9D-9440-8EFB-AA0DCC8EF30D}" presName="compNode" presStyleCnt="0"/>
      <dgm:spPr/>
    </dgm:pt>
    <dgm:pt modelId="{3E901C35-9974-4E03-AD5D-E5B6ACA88461}" type="pres">
      <dgm:prSet presAssocID="{575EFE71-8B9D-9440-8EFB-AA0DCC8EF30D}" presName="bgRect" presStyleLbl="bgShp" presStyleIdx="4" presStyleCnt="5"/>
      <dgm:spPr/>
    </dgm:pt>
    <dgm:pt modelId="{9015E944-0344-4F73-B043-D02DF14F0743}" type="pres">
      <dgm:prSet presAssocID="{575EFE71-8B9D-9440-8EFB-AA0DCC8EF30D}" presName="iconRect" presStyleLbl="node1" presStyleIdx="4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 with solid fill"/>
        </a:ext>
      </dgm:extLst>
    </dgm:pt>
    <dgm:pt modelId="{EA8285C5-4E11-46F0-BB8C-49451817A4E4}" type="pres">
      <dgm:prSet presAssocID="{575EFE71-8B9D-9440-8EFB-AA0DCC8EF30D}" presName="spaceRect" presStyleCnt="0"/>
      <dgm:spPr/>
    </dgm:pt>
    <dgm:pt modelId="{FB504BF3-98AA-48E4-96B5-FBADA4888412}" type="pres">
      <dgm:prSet presAssocID="{575EFE71-8B9D-9440-8EFB-AA0DCC8EF30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744151C-8725-3742-887E-C68FA4D04C7A}" type="presOf" srcId="{74EE9744-FC70-4AAC-8223-CCB32F9F0A86}" destId="{FC6EE357-4E1C-45A9-AE71-DA81BE7F2E2E}" srcOrd="0" destOrd="0" presId="urn:microsoft.com/office/officeart/2018/2/layout/IconVerticalSolidList"/>
    <dgm:cxn modelId="{ED395421-AE74-8B4B-85E2-751E6E7A75FF}" srcId="{E9A10354-E7AF-4B7F-A1A7-473D0E54DDDB}" destId="{575EFE71-8B9D-9440-8EFB-AA0DCC8EF30D}" srcOrd="4" destOrd="0" parTransId="{516D84E3-8E6A-0D48-AE25-AAE87E2D0743}" sibTransId="{D02E7C9A-6E8C-2849-97A3-97107BAB5ECD}"/>
    <dgm:cxn modelId="{F997DC5A-2265-4647-930E-9A3F640BFC54}" type="presOf" srcId="{E9A10354-E7AF-4B7F-A1A7-473D0E54DDDB}" destId="{2048742C-62B6-4101-B7E3-ABCF1ED98676}" srcOrd="0" destOrd="0" presId="urn:microsoft.com/office/officeart/2018/2/layout/IconVerticalSolidList"/>
    <dgm:cxn modelId="{40EF2F6F-B858-9146-806B-5ECD8AA5D348}" type="presOf" srcId="{8D8064BC-42F2-4F56-8FFA-EA4D23F1F0A4}" destId="{F0362E7E-15BC-48C6-8746-641CE9567867}" srcOrd="0" destOrd="0" presId="urn:microsoft.com/office/officeart/2018/2/layout/IconVerticalSolidList"/>
    <dgm:cxn modelId="{F71CDCAE-3C22-4B13-BAC3-90228FBFB1A3}" srcId="{E9A10354-E7AF-4B7F-A1A7-473D0E54DDDB}" destId="{35B1E107-47BC-47BC-ABEB-AFC2CE99B95B}" srcOrd="2" destOrd="0" parTransId="{1FBDD203-67A8-4A28-ABBC-5F06B9781546}" sibTransId="{D453F6A5-D2B9-4DE3-ADFB-A75BF46E1710}"/>
    <dgm:cxn modelId="{06B3A3B4-C60A-EE49-BDA5-5F9E099F9496}" type="presOf" srcId="{ED1C3A1A-A89F-B842-B630-2A1105E731A0}" destId="{4425A543-8D4F-4FFB-904E-4C3CC45A105F}" srcOrd="0" destOrd="0" presId="urn:microsoft.com/office/officeart/2018/2/layout/IconVerticalSolidList"/>
    <dgm:cxn modelId="{422F6AB8-1A48-9F43-8EFA-1223F0D898DC}" srcId="{E9A10354-E7AF-4B7F-A1A7-473D0E54DDDB}" destId="{ED1C3A1A-A89F-B842-B630-2A1105E731A0}" srcOrd="3" destOrd="0" parTransId="{97399BB4-18B8-454D-A5BB-1CA8ACA7799A}" sibTransId="{0E9E1693-C802-3448-A28E-1E769C078C54}"/>
    <dgm:cxn modelId="{39A7FEB8-A668-436C-9AB5-27E8B5651FB1}" srcId="{E9A10354-E7AF-4B7F-A1A7-473D0E54DDDB}" destId="{74EE9744-FC70-4AAC-8223-CCB32F9F0A86}" srcOrd="1" destOrd="0" parTransId="{E97C1B0E-88BA-496E-924E-9EDCD7A7B276}" sibTransId="{3255778A-0A9C-4334-A901-784877DCA6E4}"/>
    <dgm:cxn modelId="{D96B95D3-3CBC-FB47-A5A8-63912AAF2F88}" type="presOf" srcId="{35B1E107-47BC-47BC-ABEB-AFC2CE99B95B}" destId="{963739AF-0F6B-4DE0-9A12-D8FFBE74C1C3}" srcOrd="0" destOrd="0" presId="urn:microsoft.com/office/officeart/2018/2/layout/IconVerticalSolidList"/>
    <dgm:cxn modelId="{637AEDEC-34E0-4239-A4F2-3D0EF8061B42}" srcId="{E9A10354-E7AF-4B7F-A1A7-473D0E54DDDB}" destId="{8D8064BC-42F2-4F56-8FFA-EA4D23F1F0A4}" srcOrd="0" destOrd="0" parTransId="{C3A6FB05-A4CC-4077-8A09-66DA42606D2C}" sibTransId="{75A8306C-B6D8-4F6F-B578-714D620BF976}"/>
    <dgm:cxn modelId="{31C23CFB-F94A-704D-8A6E-F74C7CDFC6E0}" type="presOf" srcId="{575EFE71-8B9D-9440-8EFB-AA0DCC8EF30D}" destId="{FB504BF3-98AA-48E4-96B5-FBADA4888412}" srcOrd="0" destOrd="0" presId="urn:microsoft.com/office/officeart/2018/2/layout/IconVerticalSolidList"/>
    <dgm:cxn modelId="{BF940746-990C-DE4B-91F1-8218F8DE2F66}" type="presParOf" srcId="{2048742C-62B6-4101-B7E3-ABCF1ED98676}" destId="{14FA6D6B-7DDA-4348-B58F-CED15FB21B96}" srcOrd="0" destOrd="0" presId="urn:microsoft.com/office/officeart/2018/2/layout/IconVerticalSolidList"/>
    <dgm:cxn modelId="{340A0F5E-7DF0-2F4A-AD8E-A284D700012F}" type="presParOf" srcId="{14FA6D6B-7DDA-4348-B58F-CED15FB21B96}" destId="{01D8AB28-5CCB-4B3C-96D4-2DE043D066DB}" srcOrd="0" destOrd="0" presId="urn:microsoft.com/office/officeart/2018/2/layout/IconVerticalSolidList"/>
    <dgm:cxn modelId="{0B414C84-B8FE-DC47-B4F2-B82AC3F57942}" type="presParOf" srcId="{14FA6D6B-7DDA-4348-B58F-CED15FB21B96}" destId="{D231597A-4E84-4CE0-B78B-396A6A505706}" srcOrd="1" destOrd="0" presId="urn:microsoft.com/office/officeart/2018/2/layout/IconVerticalSolidList"/>
    <dgm:cxn modelId="{647C08EE-D039-D241-8C77-8D5758703C43}" type="presParOf" srcId="{14FA6D6B-7DDA-4348-B58F-CED15FB21B96}" destId="{033728C2-6D12-492D-B05C-F8F09343FF7B}" srcOrd="2" destOrd="0" presId="urn:microsoft.com/office/officeart/2018/2/layout/IconVerticalSolidList"/>
    <dgm:cxn modelId="{4EED8AB3-C983-FC42-9D7E-B5923169ACAB}" type="presParOf" srcId="{14FA6D6B-7DDA-4348-B58F-CED15FB21B96}" destId="{F0362E7E-15BC-48C6-8746-641CE9567867}" srcOrd="3" destOrd="0" presId="urn:microsoft.com/office/officeart/2018/2/layout/IconVerticalSolidList"/>
    <dgm:cxn modelId="{F3CD46FD-DEAA-C44F-835F-0EF872E6C2EE}" type="presParOf" srcId="{2048742C-62B6-4101-B7E3-ABCF1ED98676}" destId="{CB97F6F3-3C74-4742-ADB2-4C3FE7F66B2D}" srcOrd="1" destOrd="0" presId="urn:microsoft.com/office/officeart/2018/2/layout/IconVerticalSolidList"/>
    <dgm:cxn modelId="{62E5EF48-525E-8D47-B1EB-35DBAE8E5B03}" type="presParOf" srcId="{2048742C-62B6-4101-B7E3-ABCF1ED98676}" destId="{9EE35940-1948-4D7F-8AC0-41462F32BE79}" srcOrd="2" destOrd="0" presId="urn:microsoft.com/office/officeart/2018/2/layout/IconVerticalSolidList"/>
    <dgm:cxn modelId="{188E91CC-6254-C542-975D-5CB4F30B8B77}" type="presParOf" srcId="{9EE35940-1948-4D7F-8AC0-41462F32BE79}" destId="{B22FB7F6-ECC7-4280-BD4C-469E78254860}" srcOrd="0" destOrd="0" presId="urn:microsoft.com/office/officeart/2018/2/layout/IconVerticalSolidList"/>
    <dgm:cxn modelId="{44CB2DA3-BD7A-FC4C-B84E-23A72D926D13}" type="presParOf" srcId="{9EE35940-1948-4D7F-8AC0-41462F32BE79}" destId="{BE3C8FF9-9A8E-4065-8716-935C6849720F}" srcOrd="1" destOrd="0" presId="urn:microsoft.com/office/officeart/2018/2/layout/IconVerticalSolidList"/>
    <dgm:cxn modelId="{C7D1D637-679C-664E-83D3-15D09BC6C847}" type="presParOf" srcId="{9EE35940-1948-4D7F-8AC0-41462F32BE79}" destId="{62BFC01B-ADF3-4D98-BFFB-8331D903E38A}" srcOrd="2" destOrd="0" presId="urn:microsoft.com/office/officeart/2018/2/layout/IconVerticalSolidList"/>
    <dgm:cxn modelId="{2C4B5D74-44B5-5E47-B3E6-C024DAE3F4C2}" type="presParOf" srcId="{9EE35940-1948-4D7F-8AC0-41462F32BE79}" destId="{FC6EE357-4E1C-45A9-AE71-DA81BE7F2E2E}" srcOrd="3" destOrd="0" presId="urn:microsoft.com/office/officeart/2018/2/layout/IconVerticalSolidList"/>
    <dgm:cxn modelId="{A80D317E-3903-0B4F-A9AC-147EE01E7C80}" type="presParOf" srcId="{2048742C-62B6-4101-B7E3-ABCF1ED98676}" destId="{89CFEEC5-962A-4AB6-B9AB-D70E676DF4AE}" srcOrd="3" destOrd="0" presId="urn:microsoft.com/office/officeart/2018/2/layout/IconVerticalSolidList"/>
    <dgm:cxn modelId="{772B19DA-D1BE-014A-8B69-0B978F91E6E3}" type="presParOf" srcId="{2048742C-62B6-4101-B7E3-ABCF1ED98676}" destId="{5030124C-BE4E-4C9C-BF6F-F5E48DC399D7}" srcOrd="4" destOrd="0" presId="urn:microsoft.com/office/officeart/2018/2/layout/IconVerticalSolidList"/>
    <dgm:cxn modelId="{EFE4909C-2193-F341-AC20-299EBECBF9F6}" type="presParOf" srcId="{5030124C-BE4E-4C9C-BF6F-F5E48DC399D7}" destId="{E0631571-D755-451A-AE25-81DEEC63D4ED}" srcOrd="0" destOrd="0" presId="urn:microsoft.com/office/officeart/2018/2/layout/IconVerticalSolidList"/>
    <dgm:cxn modelId="{ABBACB86-74D7-3A48-8716-FE214C849259}" type="presParOf" srcId="{5030124C-BE4E-4C9C-BF6F-F5E48DC399D7}" destId="{ED2057BD-4E47-4BFE-BE35-F97645D26F21}" srcOrd="1" destOrd="0" presId="urn:microsoft.com/office/officeart/2018/2/layout/IconVerticalSolidList"/>
    <dgm:cxn modelId="{FBDD403E-93E5-1044-B4D7-4659DE89BE0C}" type="presParOf" srcId="{5030124C-BE4E-4C9C-BF6F-F5E48DC399D7}" destId="{F2128355-582C-4202-AF04-FA9F2D2D239B}" srcOrd="2" destOrd="0" presId="urn:microsoft.com/office/officeart/2018/2/layout/IconVerticalSolidList"/>
    <dgm:cxn modelId="{71F60DFC-736E-484A-BCA7-C6B0C7C3795D}" type="presParOf" srcId="{5030124C-BE4E-4C9C-BF6F-F5E48DC399D7}" destId="{963739AF-0F6B-4DE0-9A12-D8FFBE74C1C3}" srcOrd="3" destOrd="0" presId="urn:microsoft.com/office/officeart/2018/2/layout/IconVerticalSolidList"/>
    <dgm:cxn modelId="{8F645DF2-2E84-3A44-9E1D-278F532181BC}" type="presParOf" srcId="{2048742C-62B6-4101-B7E3-ABCF1ED98676}" destId="{DCAFE793-40F3-45BD-AEBA-3738A2BF31C2}" srcOrd="5" destOrd="0" presId="urn:microsoft.com/office/officeart/2018/2/layout/IconVerticalSolidList"/>
    <dgm:cxn modelId="{D8AC2CA3-9BB3-8346-91AC-7B5628B1F6CD}" type="presParOf" srcId="{2048742C-62B6-4101-B7E3-ABCF1ED98676}" destId="{9C72BBED-F415-4F73-B1DB-A18828CBF4ED}" srcOrd="6" destOrd="0" presId="urn:microsoft.com/office/officeart/2018/2/layout/IconVerticalSolidList"/>
    <dgm:cxn modelId="{5FB65459-6F0D-9C48-BB68-24A0B641FABC}" type="presParOf" srcId="{9C72BBED-F415-4F73-B1DB-A18828CBF4ED}" destId="{816DCA48-40E7-4076-A68B-C7553A2F650B}" srcOrd="0" destOrd="0" presId="urn:microsoft.com/office/officeart/2018/2/layout/IconVerticalSolidList"/>
    <dgm:cxn modelId="{426AE76B-A985-F148-AEBE-742196CA8274}" type="presParOf" srcId="{9C72BBED-F415-4F73-B1DB-A18828CBF4ED}" destId="{70AC50B7-2414-464E-B58D-3FF7D01DAA8F}" srcOrd="1" destOrd="0" presId="urn:microsoft.com/office/officeart/2018/2/layout/IconVerticalSolidList"/>
    <dgm:cxn modelId="{F9C00BD7-00FA-434C-9182-D0E5225EFE53}" type="presParOf" srcId="{9C72BBED-F415-4F73-B1DB-A18828CBF4ED}" destId="{55A92F61-41D9-4A6C-9966-5F8CED51EC48}" srcOrd="2" destOrd="0" presId="urn:microsoft.com/office/officeart/2018/2/layout/IconVerticalSolidList"/>
    <dgm:cxn modelId="{056AF617-47EE-0549-887F-2B7078AF25D1}" type="presParOf" srcId="{9C72BBED-F415-4F73-B1DB-A18828CBF4ED}" destId="{4425A543-8D4F-4FFB-904E-4C3CC45A105F}" srcOrd="3" destOrd="0" presId="urn:microsoft.com/office/officeart/2018/2/layout/IconVerticalSolidList"/>
    <dgm:cxn modelId="{0D1EED40-D454-A04C-AC53-EEC12A3244B0}" type="presParOf" srcId="{2048742C-62B6-4101-B7E3-ABCF1ED98676}" destId="{B4EE558C-6237-49D8-913E-B35BFB4A09D6}" srcOrd="7" destOrd="0" presId="urn:microsoft.com/office/officeart/2018/2/layout/IconVerticalSolidList"/>
    <dgm:cxn modelId="{EE0A9BAE-14D8-EE4C-BED9-48103F7CA6E9}" type="presParOf" srcId="{2048742C-62B6-4101-B7E3-ABCF1ED98676}" destId="{B49E121A-EA9F-4BFB-AC37-7DC0FB86963E}" srcOrd="8" destOrd="0" presId="urn:microsoft.com/office/officeart/2018/2/layout/IconVerticalSolidList"/>
    <dgm:cxn modelId="{36FB5AFD-528F-4D45-9B60-65F87AC9D1A8}" type="presParOf" srcId="{B49E121A-EA9F-4BFB-AC37-7DC0FB86963E}" destId="{3E901C35-9974-4E03-AD5D-E5B6ACA88461}" srcOrd="0" destOrd="0" presId="urn:microsoft.com/office/officeart/2018/2/layout/IconVerticalSolidList"/>
    <dgm:cxn modelId="{B832C994-66A8-2446-87B4-9A1A09F351FC}" type="presParOf" srcId="{B49E121A-EA9F-4BFB-AC37-7DC0FB86963E}" destId="{9015E944-0344-4F73-B043-D02DF14F0743}" srcOrd="1" destOrd="0" presId="urn:microsoft.com/office/officeart/2018/2/layout/IconVerticalSolidList"/>
    <dgm:cxn modelId="{E9231697-77F6-2F4E-90C4-834F8D6F7E35}" type="presParOf" srcId="{B49E121A-EA9F-4BFB-AC37-7DC0FB86963E}" destId="{EA8285C5-4E11-46F0-BB8C-49451817A4E4}" srcOrd="2" destOrd="0" presId="urn:microsoft.com/office/officeart/2018/2/layout/IconVerticalSolidList"/>
    <dgm:cxn modelId="{6D3AB539-B50C-5C4B-80C8-43B2D0646CC0}" type="presParOf" srcId="{B49E121A-EA9F-4BFB-AC37-7DC0FB86963E}" destId="{FB504BF3-98AA-48E4-96B5-FBADA48884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E3181F-584D-4238-A0CB-53BBE344385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A81144-C5CC-42A3-80A9-ABB101D1F77A}">
      <dgm:prSet/>
      <dgm:spPr/>
      <dgm:t>
        <a:bodyPr/>
        <a:lstStyle/>
        <a:p>
          <a:r>
            <a:rPr lang="en-US" dirty="0"/>
            <a:t>Individual characteristics</a:t>
          </a:r>
        </a:p>
      </dgm:t>
    </dgm:pt>
    <dgm:pt modelId="{B6A68C39-6A86-4C95-8E0B-3BEA272F00EB}" type="parTrans" cxnId="{811EE4C1-5AB3-4EDF-97A4-6FC75E205053}">
      <dgm:prSet/>
      <dgm:spPr/>
      <dgm:t>
        <a:bodyPr/>
        <a:lstStyle/>
        <a:p>
          <a:endParaRPr lang="en-US"/>
        </a:p>
      </dgm:t>
    </dgm:pt>
    <dgm:pt modelId="{3060AA96-5A82-4426-A5EC-96C00845F426}" type="sibTrans" cxnId="{811EE4C1-5AB3-4EDF-97A4-6FC75E205053}">
      <dgm:prSet/>
      <dgm:spPr/>
      <dgm:t>
        <a:bodyPr/>
        <a:lstStyle/>
        <a:p>
          <a:endParaRPr lang="en-US"/>
        </a:p>
      </dgm:t>
    </dgm:pt>
    <dgm:pt modelId="{07A8D8C2-CE7B-4026-A6E4-59D321988F2B}">
      <dgm:prSet/>
      <dgm:spPr/>
      <dgm:t>
        <a:bodyPr/>
        <a:lstStyle/>
        <a:p>
          <a:r>
            <a:rPr lang="en-US"/>
            <a:t>Gender</a:t>
          </a:r>
        </a:p>
      </dgm:t>
    </dgm:pt>
    <dgm:pt modelId="{77BB6301-3C40-46A8-BDD9-E2FA0986E602}" type="parTrans" cxnId="{F1D3AAFB-4C1A-4D3F-9EDF-C0667BF3ED11}">
      <dgm:prSet/>
      <dgm:spPr/>
      <dgm:t>
        <a:bodyPr/>
        <a:lstStyle/>
        <a:p>
          <a:endParaRPr lang="en-US"/>
        </a:p>
      </dgm:t>
    </dgm:pt>
    <dgm:pt modelId="{A44C699C-237A-492E-8555-419124E998E2}" type="sibTrans" cxnId="{F1D3AAFB-4C1A-4D3F-9EDF-C0667BF3ED11}">
      <dgm:prSet/>
      <dgm:spPr/>
      <dgm:t>
        <a:bodyPr/>
        <a:lstStyle/>
        <a:p>
          <a:endParaRPr lang="en-US"/>
        </a:p>
      </dgm:t>
    </dgm:pt>
    <dgm:pt modelId="{493EF5B7-4937-40A0-A2CC-42FEF9EE166D}">
      <dgm:prSet/>
      <dgm:spPr/>
      <dgm:t>
        <a:bodyPr/>
        <a:lstStyle/>
        <a:p>
          <a:r>
            <a:rPr lang="en-US"/>
            <a:t>English Proficiency</a:t>
          </a:r>
        </a:p>
      </dgm:t>
    </dgm:pt>
    <dgm:pt modelId="{7C9EA688-D626-480F-84F9-40B1099B08C8}" type="parTrans" cxnId="{B4683971-23EE-4B58-B30E-98096363A0CB}">
      <dgm:prSet/>
      <dgm:spPr/>
      <dgm:t>
        <a:bodyPr/>
        <a:lstStyle/>
        <a:p>
          <a:endParaRPr lang="en-US"/>
        </a:p>
      </dgm:t>
    </dgm:pt>
    <dgm:pt modelId="{B1B55952-6D1C-419E-BB43-366244661D45}" type="sibTrans" cxnId="{B4683971-23EE-4B58-B30E-98096363A0CB}">
      <dgm:prSet/>
      <dgm:spPr/>
      <dgm:t>
        <a:bodyPr/>
        <a:lstStyle/>
        <a:p>
          <a:endParaRPr lang="en-US"/>
        </a:p>
      </dgm:t>
    </dgm:pt>
    <dgm:pt modelId="{49D43DC3-1D9A-430E-88A0-34A585737E77}">
      <dgm:prSet/>
      <dgm:spPr/>
      <dgm:t>
        <a:bodyPr/>
        <a:lstStyle/>
        <a:p>
          <a:r>
            <a:rPr lang="en-US"/>
            <a:t>SES: free or reduced lunch</a:t>
          </a:r>
        </a:p>
      </dgm:t>
    </dgm:pt>
    <dgm:pt modelId="{E7151BB9-6E43-4127-95C7-1267CA7A97E5}" type="parTrans" cxnId="{31B487BD-1698-4FC7-996F-250382C5DE39}">
      <dgm:prSet/>
      <dgm:spPr/>
      <dgm:t>
        <a:bodyPr/>
        <a:lstStyle/>
        <a:p>
          <a:endParaRPr lang="en-US"/>
        </a:p>
      </dgm:t>
    </dgm:pt>
    <dgm:pt modelId="{9A6C5FF4-038C-4758-8C1E-0B7781B12A9D}" type="sibTrans" cxnId="{31B487BD-1698-4FC7-996F-250382C5DE39}">
      <dgm:prSet/>
      <dgm:spPr/>
      <dgm:t>
        <a:bodyPr/>
        <a:lstStyle/>
        <a:p>
          <a:endParaRPr lang="en-US"/>
        </a:p>
      </dgm:t>
    </dgm:pt>
    <dgm:pt modelId="{B17CDCBC-1BA0-4F7F-93F6-72F9C26E31BA}">
      <dgm:prSet/>
      <dgm:spPr/>
      <dgm:t>
        <a:bodyPr/>
        <a:lstStyle/>
        <a:p>
          <a:r>
            <a:rPr lang="en-US"/>
            <a:t>Etc….</a:t>
          </a:r>
        </a:p>
      </dgm:t>
    </dgm:pt>
    <dgm:pt modelId="{A33E8E83-9A32-48BB-ACE1-C2DB6E170585}" type="parTrans" cxnId="{FB0457E5-F928-4F0C-94E8-35806DFC47B3}">
      <dgm:prSet/>
      <dgm:spPr/>
      <dgm:t>
        <a:bodyPr/>
        <a:lstStyle/>
        <a:p>
          <a:endParaRPr lang="en-US"/>
        </a:p>
      </dgm:t>
    </dgm:pt>
    <dgm:pt modelId="{051F8D47-4708-43C6-8315-AC4D5E0ACA53}" type="sibTrans" cxnId="{FB0457E5-F928-4F0C-94E8-35806DFC47B3}">
      <dgm:prSet/>
      <dgm:spPr/>
      <dgm:t>
        <a:bodyPr/>
        <a:lstStyle/>
        <a:p>
          <a:endParaRPr lang="en-US"/>
        </a:p>
      </dgm:t>
    </dgm:pt>
    <dgm:pt modelId="{816BECF4-937A-4210-A161-7746F74FAFF7}">
      <dgm:prSet/>
      <dgm:spPr/>
      <dgm:t>
        <a:bodyPr/>
        <a:lstStyle/>
        <a:p>
          <a:r>
            <a:rPr lang="en-US" dirty="0"/>
            <a:t>Community/High school characteristics</a:t>
          </a:r>
        </a:p>
      </dgm:t>
    </dgm:pt>
    <dgm:pt modelId="{5A59B5B1-8BE0-40F7-890A-CE04B52FFC91}" type="parTrans" cxnId="{2130FEFF-B788-436D-A9BF-02FE0E2AE358}">
      <dgm:prSet/>
      <dgm:spPr/>
      <dgm:t>
        <a:bodyPr/>
        <a:lstStyle/>
        <a:p>
          <a:endParaRPr lang="en-US"/>
        </a:p>
      </dgm:t>
    </dgm:pt>
    <dgm:pt modelId="{508362CC-C675-427A-ACD6-1EDA348741F5}" type="sibTrans" cxnId="{2130FEFF-B788-436D-A9BF-02FE0E2AE358}">
      <dgm:prSet/>
      <dgm:spPr/>
      <dgm:t>
        <a:bodyPr/>
        <a:lstStyle/>
        <a:p>
          <a:endParaRPr lang="en-US"/>
        </a:p>
      </dgm:t>
    </dgm:pt>
    <dgm:pt modelId="{F764AC9A-820A-490E-8CBD-ABE6E68E0341}">
      <dgm:prSet/>
      <dgm:spPr/>
      <dgm:t>
        <a:bodyPr/>
        <a:lstStyle/>
        <a:p>
          <a:r>
            <a:rPr lang="en-US"/>
            <a:t>Unemployment</a:t>
          </a:r>
        </a:p>
      </dgm:t>
    </dgm:pt>
    <dgm:pt modelId="{D5348BE7-C89B-460F-8E2B-77DC17107719}" type="parTrans" cxnId="{9CD6CE7E-A02E-423A-947C-F69302A286D5}">
      <dgm:prSet/>
      <dgm:spPr/>
      <dgm:t>
        <a:bodyPr/>
        <a:lstStyle/>
        <a:p>
          <a:endParaRPr lang="en-US"/>
        </a:p>
      </dgm:t>
    </dgm:pt>
    <dgm:pt modelId="{94E76F07-99AD-4CB2-AA5A-329AF573DA9C}" type="sibTrans" cxnId="{9CD6CE7E-A02E-423A-947C-F69302A286D5}">
      <dgm:prSet/>
      <dgm:spPr/>
      <dgm:t>
        <a:bodyPr/>
        <a:lstStyle/>
        <a:p>
          <a:endParaRPr lang="en-US"/>
        </a:p>
      </dgm:t>
    </dgm:pt>
    <dgm:pt modelId="{DD9DCA51-B49A-4B95-8D92-60714E3635D8}">
      <dgm:prSet/>
      <dgm:spPr/>
      <dgm:t>
        <a:bodyPr/>
        <a:lstStyle/>
        <a:p>
          <a:r>
            <a:rPr lang="en-US"/>
            <a:t>Wages in high school county</a:t>
          </a:r>
        </a:p>
      </dgm:t>
    </dgm:pt>
    <dgm:pt modelId="{0185A8E5-864A-4F56-88A9-04247F986FD8}" type="parTrans" cxnId="{8C980378-E1E4-4283-B14F-DBE0C4C4BA67}">
      <dgm:prSet/>
      <dgm:spPr/>
      <dgm:t>
        <a:bodyPr/>
        <a:lstStyle/>
        <a:p>
          <a:endParaRPr lang="en-US"/>
        </a:p>
      </dgm:t>
    </dgm:pt>
    <dgm:pt modelId="{430A24DD-8237-4F18-9676-0B259E2002FE}" type="sibTrans" cxnId="{8C980378-E1E4-4283-B14F-DBE0C4C4BA67}">
      <dgm:prSet/>
      <dgm:spPr/>
      <dgm:t>
        <a:bodyPr/>
        <a:lstStyle/>
        <a:p>
          <a:endParaRPr lang="en-US"/>
        </a:p>
      </dgm:t>
    </dgm:pt>
    <dgm:pt modelId="{4434B692-FF08-484B-BD15-B196AF1F8749}">
      <dgm:prSet/>
      <dgm:spPr/>
      <dgm:t>
        <a:bodyPr/>
        <a:lstStyle/>
        <a:p>
          <a:r>
            <a:rPr lang="en-US"/>
            <a:t>EDR</a:t>
          </a:r>
        </a:p>
      </dgm:t>
    </dgm:pt>
    <dgm:pt modelId="{3C462611-EEFB-44D4-8626-F358BDD83B7D}" type="parTrans" cxnId="{880F4874-BA53-45AF-B007-E5A1A272B54F}">
      <dgm:prSet/>
      <dgm:spPr/>
      <dgm:t>
        <a:bodyPr/>
        <a:lstStyle/>
        <a:p>
          <a:endParaRPr lang="en-US"/>
        </a:p>
      </dgm:t>
    </dgm:pt>
    <dgm:pt modelId="{5A1331AB-990E-48F9-8199-18BF201640CA}" type="sibTrans" cxnId="{880F4874-BA53-45AF-B007-E5A1A272B54F}">
      <dgm:prSet/>
      <dgm:spPr/>
      <dgm:t>
        <a:bodyPr/>
        <a:lstStyle/>
        <a:p>
          <a:endParaRPr lang="en-US"/>
        </a:p>
      </dgm:t>
    </dgm:pt>
    <dgm:pt modelId="{8F2D021D-0ACE-451F-BDEE-6B42B1FCC6B0}">
      <dgm:prSet/>
      <dgm:spPr/>
      <dgm:t>
        <a:bodyPr/>
        <a:lstStyle/>
        <a:p>
          <a:r>
            <a:rPr lang="en-US"/>
            <a:t>Etc….</a:t>
          </a:r>
        </a:p>
      </dgm:t>
    </dgm:pt>
    <dgm:pt modelId="{BA63168E-BF00-431C-8414-D2366DE4563A}" type="parTrans" cxnId="{886F1A14-CA48-43CB-9B4F-6AFF50FA19CE}">
      <dgm:prSet/>
      <dgm:spPr/>
      <dgm:t>
        <a:bodyPr/>
        <a:lstStyle/>
        <a:p>
          <a:endParaRPr lang="en-US"/>
        </a:p>
      </dgm:t>
    </dgm:pt>
    <dgm:pt modelId="{5A1FB5C0-F00E-41F3-8D01-DADE992937B7}" type="sibTrans" cxnId="{886F1A14-CA48-43CB-9B4F-6AFF50FA19CE}">
      <dgm:prSet/>
      <dgm:spPr/>
      <dgm:t>
        <a:bodyPr/>
        <a:lstStyle/>
        <a:p>
          <a:endParaRPr lang="en-US"/>
        </a:p>
      </dgm:t>
    </dgm:pt>
    <dgm:pt modelId="{4AA8CF52-EC2D-4890-95FB-ECA520D5D6DB}">
      <dgm:prSet/>
      <dgm:spPr/>
      <dgm:t>
        <a:bodyPr/>
        <a:lstStyle/>
        <a:p>
          <a:r>
            <a:rPr lang="en-US" dirty="0"/>
            <a:t>Educational Accomplishments</a:t>
          </a:r>
        </a:p>
      </dgm:t>
    </dgm:pt>
    <dgm:pt modelId="{73B3CE0E-61E7-4866-8BE0-AB4E06C0DA00}" type="parTrans" cxnId="{CF20F409-833E-4E2A-96EE-1BD310424BD7}">
      <dgm:prSet/>
      <dgm:spPr/>
      <dgm:t>
        <a:bodyPr/>
        <a:lstStyle/>
        <a:p>
          <a:endParaRPr lang="en-US"/>
        </a:p>
      </dgm:t>
    </dgm:pt>
    <dgm:pt modelId="{CF62F905-CC6C-4383-86A9-B3446E66E34C}" type="sibTrans" cxnId="{CF20F409-833E-4E2A-96EE-1BD310424BD7}">
      <dgm:prSet/>
      <dgm:spPr/>
      <dgm:t>
        <a:bodyPr/>
        <a:lstStyle/>
        <a:p>
          <a:endParaRPr lang="en-US"/>
        </a:p>
      </dgm:t>
    </dgm:pt>
    <dgm:pt modelId="{B0B99417-9238-40C1-ABD9-467ED9A7347F}">
      <dgm:prSet/>
      <dgm:spPr/>
      <dgm:t>
        <a:bodyPr/>
        <a:lstStyle/>
        <a:p>
          <a:r>
            <a:rPr lang="en-US"/>
            <a:t>CTE courses</a:t>
          </a:r>
        </a:p>
      </dgm:t>
    </dgm:pt>
    <dgm:pt modelId="{8E46F74D-E464-4B95-8C78-A1F1DF78EE74}" type="parTrans" cxnId="{A1572DE7-C366-4E24-9FD0-B6E42509AF35}">
      <dgm:prSet/>
      <dgm:spPr/>
      <dgm:t>
        <a:bodyPr/>
        <a:lstStyle/>
        <a:p>
          <a:endParaRPr lang="en-US"/>
        </a:p>
      </dgm:t>
    </dgm:pt>
    <dgm:pt modelId="{D23394C4-3B03-4B7F-B3AF-0E195C2343B5}" type="sibTrans" cxnId="{A1572DE7-C366-4E24-9FD0-B6E42509AF35}">
      <dgm:prSet/>
      <dgm:spPr/>
      <dgm:t>
        <a:bodyPr/>
        <a:lstStyle/>
        <a:p>
          <a:endParaRPr lang="en-US"/>
        </a:p>
      </dgm:t>
    </dgm:pt>
    <dgm:pt modelId="{D37AA81D-3700-48FE-8DBD-11DB5D7D3355}">
      <dgm:prSet/>
      <dgm:spPr/>
      <dgm:t>
        <a:bodyPr/>
        <a:lstStyle/>
        <a:p>
          <a:r>
            <a:rPr lang="en-US"/>
            <a:t>ACT and other test scores</a:t>
          </a:r>
        </a:p>
      </dgm:t>
    </dgm:pt>
    <dgm:pt modelId="{B0AA1568-EC69-4D62-B49C-8DC6AC26B8EC}" type="parTrans" cxnId="{5AEC366D-A2E1-41BE-B230-A61F7BC185B9}">
      <dgm:prSet/>
      <dgm:spPr/>
      <dgm:t>
        <a:bodyPr/>
        <a:lstStyle/>
        <a:p>
          <a:endParaRPr lang="en-US"/>
        </a:p>
      </dgm:t>
    </dgm:pt>
    <dgm:pt modelId="{5C3D81A3-A9CC-4045-BAD8-5F6434DC755D}" type="sibTrans" cxnId="{5AEC366D-A2E1-41BE-B230-A61F7BC185B9}">
      <dgm:prSet/>
      <dgm:spPr/>
      <dgm:t>
        <a:bodyPr/>
        <a:lstStyle/>
        <a:p>
          <a:endParaRPr lang="en-US"/>
        </a:p>
      </dgm:t>
    </dgm:pt>
    <dgm:pt modelId="{ECD054DC-148A-46E6-B39F-0D9D11982D49}">
      <dgm:prSet/>
      <dgm:spPr/>
      <dgm:t>
        <a:bodyPr/>
        <a:lstStyle/>
        <a:p>
          <a:r>
            <a:rPr lang="en-US"/>
            <a:t>PSEO participant</a:t>
          </a:r>
        </a:p>
      </dgm:t>
    </dgm:pt>
    <dgm:pt modelId="{0C306F2F-78BF-47D4-B074-B9D779F95CD3}" type="parTrans" cxnId="{C6E77066-082C-433F-BBB7-46E961BDD4B3}">
      <dgm:prSet/>
      <dgm:spPr/>
      <dgm:t>
        <a:bodyPr/>
        <a:lstStyle/>
        <a:p>
          <a:endParaRPr lang="en-US"/>
        </a:p>
      </dgm:t>
    </dgm:pt>
    <dgm:pt modelId="{E3D7E5CD-6152-440B-B362-47D9B5A6BB16}" type="sibTrans" cxnId="{C6E77066-082C-433F-BBB7-46E961BDD4B3}">
      <dgm:prSet/>
      <dgm:spPr/>
      <dgm:t>
        <a:bodyPr/>
        <a:lstStyle/>
        <a:p>
          <a:endParaRPr lang="en-US"/>
        </a:p>
      </dgm:t>
    </dgm:pt>
    <dgm:pt modelId="{CB978473-9592-4A31-9394-1480D3E32CFD}">
      <dgm:prSet/>
      <dgm:spPr/>
      <dgm:t>
        <a:bodyPr/>
        <a:lstStyle/>
        <a:p>
          <a:r>
            <a:rPr lang="en-US" dirty="0" err="1"/>
            <a:t>Etc</a:t>
          </a:r>
          <a:r>
            <a:rPr lang="en-US" dirty="0"/>
            <a:t>…..</a:t>
          </a:r>
        </a:p>
      </dgm:t>
    </dgm:pt>
    <dgm:pt modelId="{2948BAF5-44B6-4FAA-B5F3-5F4E6BA521CA}" type="parTrans" cxnId="{25D5CDCC-3D35-4213-8512-FF2E4F37EBAB}">
      <dgm:prSet/>
      <dgm:spPr/>
      <dgm:t>
        <a:bodyPr/>
        <a:lstStyle/>
        <a:p>
          <a:endParaRPr lang="en-US"/>
        </a:p>
      </dgm:t>
    </dgm:pt>
    <dgm:pt modelId="{86C6E34A-CD2E-4CF8-8D68-DF8EB729583E}" type="sibTrans" cxnId="{25D5CDCC-3D35-4213-8512-FF2E4F37EBAB}">
      <dgm:prSet/>
      <dgm:spPr/>
      <dgm:t>
        <a:bodyPr/>
        <a:lstStyle/>
        <a:p>
          <a:endParaRPr lang="en-US"/>
        </a:p>
      </dgm:t>
    </dgm:pt>
    <dgm:pt modelId="{FB630938-3D56-5840-8061-59482F65F5EF}">
      <dgm:prSet/>
      <dgm:spPr/>
      <dgm:t>
        <a:bodyPr/>
        <a:lstStyle/>
        <a:p>
          <a:r>
            <a:rPr lang="en-US" dirty="0"/>
            <a:t>Post-secondary Pathway</a:t>
          </a:r>
        </a:p>
      </dgm:t>
    </dgm:pt>
    <dgm:pt modelId="{DA117422-A60F-AF4E-81C2-EF97CB88E39B}" type="parTrans" cxnId="{DE6BC63F-28CC-F54A-9307-AED1F075593A}">
      <dgm:prSet/>
      <dgm:spPr/>
      <dgm:t>
        <a:bodyPr/>
        <a:lstStyle/>
        <a:p>
          <a:endParaRPr lang="en-US"/>
        </a:p>
      </dgm:t>
    </dgm:pt>
    <dgm:pt modelId="{B67E27A1-B431-B046-A898-14CD425B5444}" type="sibTrans" cxnId="{DE6BC63F-28CC-F54A-9307-AED1F075593A}">
      <dgm:prSet/>
      <dgm:spPr/>
      <dgm:t>
        <a:bodyPr/>
        <a:lstStyle/>
        <a:p>
          <a:endParaRPr lang="en-US"/>
        </a:p>
      </dgm:t>
    </dgm:pt>
    <dgm:pt modelId="{E41494B6-6A42-0A4B-B4BD-F34CF072BB3D}">
      <dgm:prSet/>
      <dgm:spPr/>
      <dgm:t>
        <a:bodyPr/>
        <a:lstStyle/>
        <a:p>
          <a:r>
            <a:rPr lang="en-US" dirty="0"/>
            <a:t>Institution type</a:t>
          </a:r>
        </a:p>
      </dgm:t>
    </dgm:pt>
    <dgm:pt modelId="{C3F1F83E-954D-E947-A502-553381C586EB}" type="parTrans" cxnId="{182AF043-7454-5C44-A03E-43ED9BF84612}">
      <dgm:prSet/>
      <dgm:spPr/>
      <dgm:t>
        <a:bodyPr/>
        <a:lstStyle/>
        <a:p>
          <a:endParaRPr lang="en-US"/>
        </a:p>
      </dgm:t>
    </dgm:pt>
    <dgm:pt modelId="{88FD9ABD-4609-084D-8E80-C29705CF29B3}" type="sibTrans" cxnId="{182AF043-7454-5C44-A03E-43ED9BF84612}">
      <dgm:prSet/>
      <dgm:spPr/>
      <dgm:t>
        <a:bodyPr/>
        <a:lstStyle/>
        <a:p>
          <a:endParaRPr lang="en-US"/>
        </a:p>
      </dgm:t>
    </dgm:pt>
    <dgm:pt modelId="{19CCD82E-0324-FA41-BB21-B179530604DA}">
      <dgm:prSet/>
      <dgm:spPr/>
      <dgm:t>
        <a:bodyPr/>
        <a:lstStyle/>
        <a:p>
          <a:r>
            <a:rPr lang="en-US" dirty="0"/>
            <a:t>Location</a:t>
          </a:r>
        </a:p>
      </dgm:t>
    </dgm:pt>
    <dgm:pt modelId="{CF543EE5-399B-C74F-AA1D-453ED5CFD578}" type="parTrans" cxnId="{C2ED283E-7D2D-134B-84D7-1C1FDE3275B4}">
      <dgm:prSet/>
      <dgm:spPr/>
      <dgm:t>
        <a:bodyPr/>
        <a:lstStyle/>
        <a:p>
          <a:endParaRPr lang="en-US"/>
        </a:p>
      </dgm:t>
    </dgm:pt>
    <dgm:pt modelId="{22A11A67-4508-0744-8A89-FC0E6FAB6C66}" type="sibTrans" cxnId="{C2ED283E-7D2D-134B-84D7-1C1FDE3275B4}">
      <dgm:prSet/>
      <dgm:spPr/>
      <dgm:t>
        <a:bodyPr/>
        <a:lstStyle/>
        <a:p>
          <a:endParaRPr lang="en-US"/>
        </a:p>
      </dgm:t>
    </dgm:pt>
    <dgm:pt modelId="{BC642E19-06BD-F948-8757-9AAB46584163}">
      <dgm:prSet/>
      <dgm:spPr/>
      <dgm:t>
        <a:bodyPr/>
        <a:lstStyle/>
        <a:p>
          <a:r>
            <a:rPr lang="en-US" dirty="0"/>
            <a:t>Highest credential earned</a:t>
          </a:r>
        </a:p>
      </dgm:t>
    </dgm:pt>
    <dgm:pt modelId="{BDB2CB6C-098F-2643-A3E0-68BFB4677DD9}" type="parTrans" cxnId="{01646A1C-1E7C-C840-9137-76A2D57FAC9A}">
      <dgm:prSet/>
      <dgm:spPr/>
      <dgm:t>
        <a:bodyPr/>
        <a:lstStyle/>
        <a:p>
          <a:endParaRPr lang="en-US"/>
        </a:p>
      </dgm:t>
    </dgm:pt>
    <dgm:pt modelId="{214D7011-6079-B44F-8F6C-269442D02CF1}" type="sibTrans" cxnId="{01646A1C-1E7C-C840-9137-76A2D57FAC9A}">
      <dgm:prSet/>
      <dgm:spPr/>
      <dgm:t>
        <a:bodyPr/>
        <a:lstStyle/>
        <a:p>
          <a:endParaRPr lang="en-US"/>
        </a:p>
      </dgm:t>
    </dgm:pt>
    <dgm:pt modelId="{1094A391-88CD-BB43-B8F1-36DB0CF7679F}">
      <dgm:prSet/>
      <dgm:spPr/>
      <dgm:t>
        <a:bodyPr/>
        <a:lstStyle/>
        <a:p>
          <a:r>
            <a:rPr lang="en-US" dirty="0" err="1"/>
            <a:t>Etc</a:t>
          </a:r>
          <a:r>
            <a:rPr lang="en-US" dirty="0"/>
            <a:t>….</a:t>
          </a:r>
        </a:p>
      </dgm:t>
    </dgm:pt>
    <dgm:pt modelId="{E5520A00-43AC-5947-A78C-A172BF6E4CED}" type="parTrans" cxnId="{874DCF29-12FB-B641-8561-22C1175484F6}">
      <dgm:prSet/>
      <dgm:spPr/>
      <dgm:t>
        <a:bodyPr/>
        <a:lstStyle/>
        <a:p>
          <a:endParaRPr lang="en-US"/>
        </a:p>
      </dgm:t>
    </dgm:pt>
    <dgm:pt modelId="{35A862B0-F304-BC4E-A831-962EEE76F996}" type="sibTrans" cxnId="{874DCF29-12FB-B641-8561-22C1175484F6}">
      <dgm:prSet/>
      <dgm:spPr/>
      <dgm:t>
        <a:bodyPr/>
        <a:lstStyle/>
        <a:p>
          <a:endParaRPr lang="en-US"/>
        </a:p>
      </dgm:t>
    </dgm:pt>
    <dgm:pt modelId="{FC2A4077-00E4-FB43-8831-0F3EF2D08850}" type="pres">
      <dgm:prSet presAssocID="{5EE3181F-584D-4238-A0CB-53BBE3443855}" presName="Name0" presStyleCnt="0">
        <dgm:presLayoutVars>
          <dgm:dir/>
          <dgm:animLvl val="lvl"/>
          <dgm:resizeHandles val="exact"/>
        </dgm:presLayoutVars>
      </dgm:prSet>
      <dgm:spPr/>
    </dgm:pt>
    <dgm:pt modelId="{07064585-1089-E943-914E-72AA614FFFC3}" type="pres">
      <dgm:prSet presAssocID="{BFA81144-C5CC-42A3-80A9-ABB101D1F77A}" presName="composite" presStyleCnt="0"/>
      <dgm:spPr/>
    </dgm:pt>
    <dgm:pt modelId="{FA854636-E180-994B-ACAE-1A402D7D250B}" type="pres">
      <dgm:prSet presAssocID="{BFA81144-C5CC-42A3-80A9-ABB101D1F77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A4199A8-E67C-054E-82D8-BF4474DF4F08}" type="pres">
      <dgm:prSet presAssocID="{BFA81144-C5CC-42A3-80A9-ABB101D1F77A}" presName="desTx" presStyleLbl="alignAccFollowNode1" presStyleIdx="0" presStyleCnt="4">
        <dgm:presLayoutVars>
          <dgm:bulletEnabled val="1"/>
        </dgm:presLayoutVars>
      </dgm:prSet>
      <dgm:spPr/>
    </dgm:pt>
    <dgm:pt modelId="{09E46994-1E46-2B4B-B2FD-DBA753EC6062}" type="pres">
      <dgm:prSet presAssocID="{3060AA96-5A82-4426-A5EC-96C00845F426}" presName="space" presStyleCnt="0"/>
      <dgm:spPr/>
    </dgm:pt>
    <dgm:pt modelId="{20095BFF-DBC2-9740-B6EB-3D23840B1D5C}" type="pres">
      <dgm:prSet presAssocID="{816BECF4-937A-4210-A161-7746F74FAFF7}" presName="composite" presStyleCnt="0"/>
      <dgm:spPr/>
    </dgm:pt>
    <dgm:pt modelId="{6B438781-5F86-6746-87AB-409DD98BC58E}" type="pres">
      <dgm:prSet presAssocID="{816BECF4-937A-4210-A161-7746F74FAFF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989F2F81-FE4D-8F4D-8F13-479A333979BC}" type="pres">
      <dgm:prSet presAssocID="{816BECF4-937A-4210-A161-7746F74FAFF7}" presName="desTx" presStyleLbl="alignAccFollowNode1" presStyleIdx="1" presStyleCnt="4">
        <dgm:presLayoutVars>
          <dgm:bulletEnabled val="1"/>
        </dgm:presLayoutVars>
      </dgm:prSet>
      <dgm:spPr/>
    </dgm:pt>
    <dgm:pt modelId="{9CFE875D-CAAB-8C44-B565-F349E2CC6FF2}" type="pres">
      <dgm:prSet presAssocID="{508362CC-C675-427A-ACD6-1EDA348741F5}" presName="space" presStyleCnt="0"/>
      <dgm:spPr/>
    </dgm:pt>
    <dgm:pt modelId="{776179A7-C89B-6240-9240-77D70C72F4BE}" type="pres">
      <dgm:prSet presAssocID="{4AA8CF52-EC2D-4890-95FB-ECA520D5D6DB}" presName="composite" presStyleCnt="0"/>
      <dgm:spPr/>
    </dgm:pt>
    <dgm:pt modelId="{E19DFC7C-FB94-3941-BA0C-78B72F0233CD}" type="pres">
      <dgm:prSet presAssocID="{4AA8CF52-EC2D-4890-95FB-ECA520D5D6D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C39985A-D654-5242-A07C-3D6D4006CFDD}" type="pres">
      <dgm:prSet presAssocID="{4AA8CF52-EC2D-4890-95FB-ECA520D5D6DB}" presName="desTx" presStyleLbl="alignAccFollowNode1" presStyleIdx="2" presStyleCnt="4">
        <dgm:presLayoutVars>
          <dgm:bulletEnabled val="1"/>
        </dgm:presLayoutVars>
      </dgm:prSet>
      <dgm:spPr/>
    </dgm:pt>
    <dgm:pt modelId="{A8900970-09E6-3A47-A5CA-305810BB115B}" type="pres">
      <dgm:prSet presAssocID="{CF62F905-CC6C-4383-86A9-B3446E66E34C}" presName="space" presStyleCnt="0"/>
      <dgm:spPr/>
    </dgm:pt>
    <dgm:pt modelId="{5FC44B2A-E5CA-6446-BC8F-0FA2ECA27258}" type="pres">
      <dgm:prSet presAssocID="{FB630938-3D56-5840-8061-59482F65F5EF}" presName="composite" presStyleCnt="0"/>
      <dgm:spPr/>
    </dgm:pt>
    <dgm:pt modelId="{682F8E53-DD92-5E48-8E77-7266DA2B997D}" type="pres">
      <dgm:prSet presAssocID="{FB630938-3D56-5840-8061-59482F65F5E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90FB52E-2DAB-E543-A982-3F4F2C1EC1EB}" type="pres">
      <dgm:prSet presAssocID="{FB630938-3D56-5840-8061-59482F65F5E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58A3B04-61EA-8B41-9942-675742F13CD0}" type="presOf" srcId="{ECD054DC-148A-46E6-B39F-0D9D11982D49}" destId="{8C39985A-D654-5242-A07C-3D6D4006CFDD}" srcOrd="0" destOrd="2" presId="urn:microsoft.com/office/officeart/2005/8/layout/hList1"/>
    <dgm:cxn modelId="{E1381907-B2F0-674C-8B18-480BEAF9C8A7}" type="presOf" srcId="{8F2D021D-0ACE-451F-BDEE-6B42B1FCC6B0}" destId="{989F2F81-FE4D-8F4D-8F13-479A333979BC}" srcOrd="0" destOrd="3" presId="urn:microsoft.com/office/officeart/2005/8/layout/hList1"/>
    <dgm:cxn modelId="{0800EE07-1770-854D-8DF5-EF1BF5906A87}" type="presOf" srcId="{CB978473-9592-4A31-9394-1480D3E32CFD}" destId="{8C39985A-D654-5242-A07C-3D6D4006CFDD}" srcOrd="0" destOrd="3" presId="urn:microsoft.com/office/officeart/2005/8/layout/hList1"/>
    <dgm:cxn modelId="{CF20F409-833E-4E2A-96EE-1BD310424BD7}" srcId="{5EE3181F-584D-4238-A0CB-53BBE3443855}" destId="{4AA8CF52-EC2D-4890-95FB-ECA520D5D6DB}" srcOrd="2" destOrd="0" parTransId="{73B3CE0E-61E7-4866-8BE0-AB4E06C0DA00}" sibTransId="{CF62F905-CC6C-4383-86A9-B3446E66E34C}"/>
    <dgm:cxn modelId="{886F1A14-CA48-43CB-9B4F-6AFF50FA19CE}" srcId="{816BECF4-937A-4210-A161-7746F74FAFF7}" destId="{8F2D021D-0ACE-451F-BDEE-6B42B1FCC6B0}" srcOrd="3" destOrd="0" parTransId="{BA63168E-BF00-431C-8414-D2366DE4563A}" sibTransId="{5A1FB5C0-F00E-41F3-8D01-DADE992937B7}"/>
    <dgm:cxn modelId="{01646A1C-1E7C-C840-9137-76A2D57FAC9A}" srcId="{FB630938-3D56-5840-8061-59482F65F5EF}" destId="{BC642E19-06BD-F948-8757-9AAB46584163}" srcOrd="2" destOrd="0" parTransId="{BDB2CB6C-098F-2643-A3E0-68BFB4677DD9}" sibTransId="{214D7011-6079-B44F-8F6C-269442D02CF1}"/>
    <dgm:cxn modelId="{874DCF29-12FB-B641-8561-22C1175484F6}" srcId="{FB630938-3D56-5840-8061-59482F65F5EF}" destId="{1094A391-88CD-BB43-B8F1-36DB0CF7679F}" srcOrd="3" destOrd="0" parTransId="{E5520A00-43AC-5947-A78C-A172BF6E4CED}" sibTransId="{35A862B0-F304-BC4E-A831-962EEE76F996}"/>
    <dgm:cxn modelId="{DCCC0431-AC03-BF41-9A7A-496C6FC9F216}" type="presOf" srcId="{DD9DCA51-B49A-4B95-8D92-60714E3635D8}" destId="{989F2F81-FE4D-8F4D-8F13-479A333979BC}" srcOrd="0" destOrd="1" presId="urn:microsoft.com/office/officeart/2005/8/layout/hList1"/>
    <dgm:cxn modelId="{70DC2B3A-ADC8-9C44-9E18-9F0F7BA792EC}" type="presOf" srcId="{D37AA81D-3700-48FE-8DBD-11DB5D7D3355}" destId="{8C39985A-D654-5242-A07C-3D6D4006CFDD}" srcOrd="0" destOrd="1" presId="urn:microsoft.com/office/officeart/2005/8/layout/hList1"/>
    <dgm:cxn modelId="{C2ED283E-7D2D-134B-84D7-1C1FDE3275B4}" srcId="{FB630938-3D56-5840-8061-59482F65F5EF}" destId="{19CCD82E-0324-FA41-BB21-B179530604DA}" srcOrd="1" destOrd="0" parTransId="{CF543EE5-399B-C74F-AA1D-453ED5CFD578}" sibTransId="{22A11A67-4508-0744-8A89-FC0E6FAB6C66}"/>
    <dgm:cxn modelId="{AE582B3E-0573-3049-8E2E-41B4CE784FD9}" type="presOf" srcId="{07A8D8C2-CE7B-4026-A6E4-59D321988F2B}" destId="{1A4199A8-E67C-054E-82D8-BF4474DF4F08}" srcOrd="0" destOrd="0" presId="urn:microsoft.com/office/officeart/2005/8/layout/hList1"/>
    <dgm:cxn modelId="{DE6BC63F-28CC-F54A-9307-AED1F075593A}" srcId="{5EE3181F-584D-4238-A0CB-53BBE3443855}" destId="{FB630938-3D56-5840-8061-59482F65F5EF}" srcOrd="3" destOrd="0" parTransId="{DA117422-A60F-AF4E-81C2-EF97CB88E39B}" sibTransId="{B67E27A1-B431-B046-A898-14CD425B5444}"/>
    <dgm:cxn modelId="{182AF043-7454-5C44-A03E-43ED9BF84612}" srcId="{FB630938-3D56-5840-8061-59482F65F5EF}" destId="{E41494B6-6A42-0A4B-B4BD-F34CF072BB3D}" srcOrd="0" destOrd="0" parTransId="{C3F1F83E-954D-E947-A502-553381C586EB}" sibTransId="{88FD9ABD-4609-084D-8E80-C29705CF29B3}"/>
    <dgm:cxn modelId="{1522914C-0064-A743-B825-FA205FE0E22E}" type="presOf" srcId="{F764AC9A-820A-490E-8CBD-ABE6E68E0341}" destId="{989F2F81-FE4D-8F4D-8F13-479A333979BC}" srcOrd="0" destOrd="0" presId="urn:microsoft.com/office/officeart/2005/8/layout/hList1"/>
    <dgm:cxn modelId="{144A9C4F-D9C7-4C4B-A809-F088D5236CA3}" type="presOf" srcId="{816BECF4-937A-4210-A161-7746F74FAFF7}" destId="{6B438781-5F86-6746-87AB-409DD98BC58E}" srcOrd="0" destOrd="0" presId="urn:microsoft.com/office/officeart/2005/8/layout/hList1"/>
    <dgm:cxn modelId="{EFA13E5D-83B0-4142-BCAB-848D9204533F}" type="presOf" srcId="{B0B99417-9238-40C1-ABD9-467ED9A7347F}" destId="{8C39985A-D654-5242-A07C-3D6D4006CFDD}" srcOrd="0" destOrd="0" presId="urn:microsoft.com/office/officeart/2005/8/layout/hList1"/>
    <dgm:cxn modelId="{FC16B35F-E875-5840-99EB-A41EA1013C77}" type="presOf" srcId="{1094A391-88CD-BB43-B8F1-36DB0CF7679F}" destId="{B90FB52E-2DAB-E543-A982-3F4F2C1EC1EB}" srcOrd="0" destOrd="3" presId="urn:microsoft.com/office/officeart/2005/8/layout/hList1"/>
    <dgm:cxn modelId="{C6E77066-082C-433F-BBB7-46E961BDD4B3}" srcId="{4AA8CF52-EC2D-4890-95FB-ECA520D5D6DB}" destId="{ECD054DC-148A-46E6-B39F-0D9D11982D49}" srcOrd="2" destOrd="0" parTransId="{0C306F2F-78BF-47D4-B074-B9D779F95CD3}" sibTransId="{E3D7E5CD-6152-440B-B362-47D9B5A6BB16}"/>
    <dgm:cxn modelId="{5AEC366D-A2E1-41BE-B230-A61F7BC185B9}" srcId="{4AA8CF52-EC2D-4890-95FB-ECA520D5D6DB}" destId="{D37AA81D-3700-48FE-8DBD-11DB5D7D3355}" srcOrd="1" destOrd="0" parTransId="{B0AA1568-EC69-4D62-B49C-8DC6AC26B8EC}" sibTransId="{5C3D81A3-A9CC-4045-BAD8-5F6434DC755D}"/>
    <dgm:cxn modelId="{8C91C16F-15C7-5544-8374-BAD0D15A3B10}" type="presOf" srcId="{19CCD82E-0324-FA41-BB21-B179530604DA}" destId="{B90FB52E-2DAB-E543-A982-3F4F2C1EC1EB}" srcOrd="0" destOrd="1" presId="urn:microsoft.com/office/officeart/2005/8/layout/hList1"/>
    <dgm:cxn modelId="{B4683971-23EE-4B58-B30E-98096363A0CB}" srcId="{BFA81144-C5CC-42A3-80A9-ABB101D1F77A}" destId="{493EF5B7-4937-40A0-A2CC-42FEF9EE166D}" srcOrd="1" destOrd="0" parTransId="{7C9EA688-D626-480F-84F9-40B1099B08C8}" sibTransId="{B1B55952-6D1C-419E-BB43-366244661D45}"/>
    <dgm:cxn modelId="{880F4874-BA53-45AF-B007-E5A1A272B54F}" srcId="{816BECF4-937A-4210-A161-7746F74FAFF7}" destId="{4434B692-FF08-484B-BD15-B196AF1F8749}" srcOrd="2" destOrd="0" parTransId="{3C462611-EEFB-44D4-8626-F358BDD83B7D}" sibTransId="{5A1331AB-990E-48F9-8199-18BF201640CA}"/>
    <dgm:cxn modelId="{8C980378-E1E4-4283-B14F-DBE0C4C4BA67}" srcId="{816BECF4-937A-4210-A161-7746F74FAFF7}" destId="{DD9DCA51-B49A-4B95-8D92-60714E3635D8}" srcOrd="1" destOrd="0" parTransId="{0185A8E5-864A-4F56-88A9-04247F986FD8}" sibTransId="{430A24DD-8237-4F18-9676-0B259E2002FE}"/>
    <dgm:cxn modelId="{05FC007C-8E12-5643-B737-8CEE39B7DA29}" type="presOf" srcId="{49D43DC3-1D9A-430E-88A0-34A585737E77}" destId="{1A4199A8-E67C-054E-82D8-BF4474DF4F08}" srcOrd="0" destOrd="2" presId="urn:microsoft.com/office/officeart/2005/8/layout/hList1"/>
    <dgm:cxn modelId="{ECC5637D-9E95-9B46-B42A-EEEA2A317941}" type="presOf" srcId="{5EE3181F-584D-4238-A0CB-53BBE3443855}" destId="{FC2A4077-00E4-FB43-8831-0F3EF2D08850}" srcOrd="0" destOrd="0" presId="urn:microsoft.com/office/officeart/2005/8/layout/hList1"/>
    <dgm:cxn modelId="{9CD6CE7E-A02E-423A-947C-F69302A286D5}" srcId="{816BECF4-937A-4210-A161-7746F74FAFF7}" destId="{F764AC9A-820A-490E-8CBD-ABE6E68E0341}" srcOrd="0" destOrd="0" parTransId="{D5348BE7-C89B-460F-8E2B-77DC17107719}" sibTransId="{94E76F07-99AD-4CB2-AA5A-329AF573DA9C}"/>
    <dgm:cxn modelId="{68A99782-6F87-774D-9C30-FC5DEEF32560}" type="presOf" srcId="{E41494B6-6A42-0A4B-B4BD-F34CF072BB3D}" destId="{B90FB52E-2DAB-E543-A982-3F4F2C1EC1EB}" srcOrd="0" destOrd="0" presId="urn:microsoft.com/office/officeart/2005/8/layout/hList1"/>
    <dgm:cxn modelId="{56F7F58A-F024-2B4D-93F6-724C470A6864}" type="presOf" srcId="{4434B692-FF08-484B-BD15-B196AF1F8749}" destId="{989F2F81-FE4D-8F4D-8F13-479A333979BC}" srcOrd="0" destOrd="2" presId="urn:microsoft.com/office/officeart/2005/8/layout/hList1"/>
    <dgm:cxn modelId="{71FA9792-3DEB-A342-BB45-FBD99B8B8A53}" type="presOf" srcId="{493EF5B7-4937-40A0-A2CC-42FEF9EE166D}" destId="{1A4199A8-E67C-054E-82D8-BF4474DF4F08}" srcOrd="0" destOrd="1" presId="urn:microsoft.com/office/officeart/2005/8/layout/hList1"/>
    <dgm:cxn modelId="{9B9C49AE-285F-E847-9253-20C7FC88C782}" type="presOf" srcId="{4AA8CF52-EC2D-4890-95FB-ECA520D5D6DB}" destId="{E19DFC7C-FB94-3941-BA0C-78B72F0233CD}" srcOrd="0" destOrd="0" presId="urn:microsoft.com/office/officeart/2005/8/layout/hList1"/>
    <dgm:cxn modelId="{31B487BD-1698-4FC7-996F-250382C5DE39}" srcId="{BFA81144-C5CC-42A3-80A9-ABB101D1F77A}" destId="{49D43DC3-1D9A-430E-88A0-34A585737E77}" srcOrd="2" destOrd="0" parTransId="{E7151BB9-6E43-4127-95C7-1267CA7A97E5}" sibTransId="{9A6C5FF4-038C-4758-8C1E-0B7781B12A9D}"/>
    <dgm:cxn modelId="{811EE4C1-5AB3-4EDF-97A4-6FC75E205053}" srcId="{5EE3181F-584D-4238-A0CB-53BBE3443855}" destId="{BFA81144-C5CC-42A3-80A9-ABB101D1F77A}" srcOrd="0" destOrd="0" parTransId="{B6A68C39-6A86-4C95-8E0B-3BEA272F00EB}" sibTransId="{3060AA96-5A82-4426-A5EC-96C00845F426}"/>
    <dgm:cxn modelId="{F3485EC9-93F5-1B4C-9B4C-9FE1FDA9B3BC}" type="presOf" srcId="{BC642E19-06BD-F948-8757-9AAB46584163}" destId="{B90FB52E-2DAB-E543-A982-3F4F2C1EC1EB}" srcOrd="0" destOrd="2" presId="urn:microsoft.com/office/officeart/2005/8/layout/hList1"/>
    <dgm:cxn modelId="{D2B3C4CB-F0ED-E147-8124-8866ED5C9827}" type="presOf" srcId="{FB630938-3D56-5840-8061-59482F65F5EF}" destId="{682F8E53-DD92-5E48-8E77-7266DA2B997D}" srcOrd="0" destOrd="0" presId="urn:microsoft.com/office/officeart/2005/8/layout/hList1"/>
    <dgm:cxn modelId="{25D5CDCC-3D35-4213-8512-FF2E4F37EBAB}" srcId="{4AA8CF52-EC2D-4890-95FB-ECA520D5D6DB}" destId="{CB978473-9592-4A31-9394-1480D3E32CFD}" srcOrd="3" destOrd="0" parTransId="{2948BAF5-44B6-4FAA-B5F3-5F4E6BA521CA}" sibTransId="{86C6E34A-CD2E-4CF8-8D68-DF8EB729583E}"/>
    <dgm:cxn modelId="{93AEAFD9-E5A9-8640-ACAF-3A675D40FB52}" type="presOf" srcId="{B17CDCBC-1BA0-4F7F-93F6-72F9C26E31BA}" destId="{1A4199A8-E67C-054E-82D8-BF4474DF4F08}" srcOrd="0" destOrd="3" presId="urn:microsoft.com/office/officeart/2005/8/layout/hList1"/>
    <dgm:cxn modelId="{FB0457E5-F928-4F0C-94E8-35806DFC47B3}" srcId="{BFA81144-C5CC-42A3-80A9-ABB101D1F77A}" destId="{B17CDCBC-1BA0-4F7F-93F6-72F9C26E31BA}" srcOrd="3" destOrd="0" parTransId="{A33E8E83-9A32-48BB-ACE1-C2DB6E170585}" sibTransId="{051F8D47-4708-43C6-8315-AC4D5E0ACA53}"/>
    <dgm:cxn modelId="{A1572DE7-C366-4E24-9FD0-B6E42509AF35}" srcId="{4AA8CF52-EC2D-4890-95FB-ECA520D5D6DB}" destId="{B0B99417-9238-40C1-ABD9-467ED9A7347F}" srcOrd="0" destOrd="0" parTransId="{8E46F74D-E464-4B95-8C78-A1F1DF78EE74}" sibTransId="{D23394C4-3B03-4B7F-B3AF-0E195C2343B5}"/>
    <dgm:cxn modelId="{F4CE90F0-4EEA-DA49-9569-C990E150E801}" type="presOf" srcId="{BFA81144-C5CC-42A3-80A9-ABB101D1F77A}" destId="{FA854636-E180-994B-ACAE-1A402D7D250B}" srcOrd="0" destOrd="0" presId="urn:microsoft.com/office/officeart/2005/8/layout/hList1"/>
    <dgm:cxn modelId="{F1D3AAFB-4C1A-4D3F-9EDF-C0667BF3ED11}" srcId="{BFA81144-C5CC-42A3-80A9-ABB101D1F77A}" destId="{07A8D8C2-CE7B-4026-A6E4-59D321988F2B}" srcOrd="0" destOrd="0" parTransId="{77BB6301-3C40-46A8-BDD9-E2FA0986E602}" sibTransId="{A44C699C-237A-492E-8555-419124E998E2}"/>
    <dgm:cxn modelId="{2130FEFF-B788-436D-A9BF-02FE0E2AE358}" srcId="{5EE3181F-584D-4238-A0CB-53BBE3443855}" destId="{816BECF4-937A-4210-A161-7746F74FAFF7}" srcOrd="1" destOrd="0" parTransId="{5A59B5B1-8BE0-40F7-890A-CE04B52FFC91}" sibTransId="{508362CC-C675-427A-ACD6-1EDA348741F5}"/>
    <dgm:cxn modelId="{289A5A75-BB3D-DE4D-9EBA-05D8657FD334}" type="presParOf" srcId="{FC2A4077-00E4-FB43-8831-0F3EF2D08850}" destId="{07064585-1089-E943-914E-72AA614FFFC3}" srcOrd="0" destOrd="0" presId="urn:microsoft.com/office/officeart/2005/8/layout/hList1"/>
    <dgm:cxn modelId="{5A016F02-2CEC-3043-97F5-B33E63188A29}" type="presParOf" srcId="{07064585-1089-E943-914E-72AA614FFFC3}" destId="{FA854636-E180-994B-ACAE-1A402D7D250B}" srcOrd="0" destOrd="0" presId="urn:microsoft.com/office/officeart/2005/8/layout/hList1"/>
    <dgm:cxn modelId="{F285DD80-1A13-7D40-803F-EEB09A845A70}" type="presParOf" srcId="{07064585-1089-E943-914E-72AA614FFFC3}" destId="{1A4199A8-E67C-054E-82D8-BF4474DF4F08}" srcOrd="1" destOrd="0" presId="urn:microsoft.com/office/officeart/2005/8/layout/hList1"/>
    <dgm:cxn modelId="{4F10E914-714A-8B4B-867A-0E6B4C99899D}" type="presParOf" srcId="{FC2A4077-00E4-FB43-8831-0F3EF2D08850}" destId="{09E46994-1E46-2B4B-B2FD-DBA753EC6062}" srcOrd="1" destOrd="0" presId="urn:microsoft.com/office/officeart/2005/8/layout/hList1"/>
    <dgm:cxn modelId="{D7A8BFE1-7282-2E47-BF71-C0536803F070}" type="presParOf" srcId="{FC2A4077-00E4-FB43-8831-0F3EF2D08850}" destId="{20095BFF-DBC2-9740-B6EB-3D23840B1D5C}" srcOrd="2" destOrd="0" presId="urn:microsoft.com/office/officeart/2005/8/layout/hList1"/>
    <dgm:cxn modelId="{E942919D-75F3-0E4E-B583-21A9157A1B67}" type="presParOf" srcId="{20095BFF-DBC2-9740-B6EB-3D23840B1D5C}" destId="{6B438781-5F86-6746-87AB-409DD98BC58E}" srcOrd="0" destOrd="0" presId="urn:microsoft.com/office/officeart/2005/8/layout/hList1"/>
    <dgm:cxn modelId="{DD32A7EF-CB68-AC4B-BC00-C829F6F79E9D}" type="presParOf" srcId="{20095BFF-DBC2-9740-B6EB-3D23840B1D5C}" destId="{989F2F81-FE4D-8F4D-8F13-479A333979BC}" srcOrd="1" destOrd="0" presId="urn:microsoft.com/office/officeart/2005/8/layout/hList1"/>
    <dgm:cxn modelId="{C2DFFB52-CD36-8D43-8CC7-EA49956DF1A9}" type="presParOf" srcId="{FC2A4077-00E4-FB43-8831-0F3EF2D08850}" destId="{9CFE875D-CAAB-8C44-B565-F349E2CC6FF2}" srcOrd="3" destOrd="0" presId="urn:microsoft.com/office/officeart/2005/8/layout/hList1"/>
    <dgm:cxn modelId="{500053FA-AA8E-C041-93D3-5C5206A20B2E}" type="presParOf" srcId="{FC2A4077-00E4-FB43-8831-0F3EF2D08850}" destId="{776179A7-C89B-6240-9240-77D70C72F4BE}" srcOrd="4" destOrd="0" presId="urn:microsoft.com/office/officeart/2005/8/layout/hList1"/>
    <dgm:cxn modelId="{4EE2E3AC-85A4-2340-A3F7-3103BF0B0D86}" type="presParOf" srcId="{776179A7-C89B-6240-9240-77D70C72F4BE}" destId="{E19DFC7C-FB94-3941-BA0C-78B72F0233CD}" srcOrd="0" destOrd="0" presId="urn:microsoft.com/office/officeart/2005/8/layout/hList1"/>
    <dgm:cxn modelId="{04F75A0B-F174-CC4B-838D-426B88D0AB10}" type="presParOf" srcId="{776179A7-C89B-6240-9240-77D70C72F4BE}" destId="{8C39985A-D654-5242-A07C-3D6D4006CFDD}" srcOrd="1" destOrd="0" presId="urn:microsoft.com/office/officeart/2005/8/layout/hList1"/>
    <dgm:cxn modelId="{1D2E6C51-1320-CD4C-A9EE-D488150F2F18}" type="presParOf" srcId="{FC2A4077-00E4-FB43-8831-0F3EF2D08850}" destId="{A8900970-09E6-3A47-A5CA-305810BB115B}" srcOrd="5" destOrd="0" presId="urn:microsoft.com/office/officeart/2005/8/layout/hList1"/>
    <dgm:cxn modelId="{17624DF0-3011-0A4C-A5FA-43BA8E04BE3F}" type="presParOf" srcId="{FC2A4077-00E4-FB43-8831-0F3EF2D08850}" destId="{5FC44B2A-E5CA-6446-BC8F-0FA2ECA27258}" srcOrd="6" destOrd="0" presId="urn:microsoft.com/office/officeart/2005/8/layout/hList1"/>
    <dgm:cxn modelId="{B05095B4-C8FA-944A-850B-37335B3E17C8}" type="presParOf" srcId="{5FC44B2A-E5CA-6446-BC8F-0FA2ECA27258}" destId="{682F8E53-DD92-5E48-8E77-7266DA2B997D}" srcOrd="0" destOrd="0" presId="urn:microsoft.com/office/officeart/2005/8/layout/hList1"/>
    <dgm:cxn modelId="{43F7738C-B6B9-EE4B-83EC-3E46C83860D8}" type="presParOf" srcId="{5FC44B2A-E5CA-6446-BC8F-0FA2ECA27258}" destId="{B90FB52E-2DAB-E543-A982-3F4F2C1EC1E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6C78AD-F53D-2F43-AE6D-ECD518786F3F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CE8BCD-F4C6-DC42-8EA5-DCF16690516F}">
      <dgm:prSet phldrT="[Text]"/>
      <dgm:spPr/>
      <dgm:t>
        <a:bodyPr/>
        <a:lstStyle/>
        <a:p>
          <a:r>
            <a:rPr lang="en-US" dirty="0"/>
            <a:t>Identify similar variables</a:t>
          </a:r>
        </a:p>
      </dgm:t>
    </dgm:pt>
    <dgm:pt modelId="{5BA68DEB-8A49-7A44-9710-3608B343C27C}" type="parTrans" cxnId="{CC02FC79-1CD7-F54B-94B1-4F33CFBE63C7}">
      <dgm:prSet/>
      <dgm:spPr/>
      <dgm:t>
        <a:bodyPr/>
        <a:lstStyle/>
        <a:p>
          <a:endParaRPr lang="en-US"/>
        </a:p>
      </dgm:t>
    </dgm:pt>
    <dgm:pt modelId="{3E37C3CF-D76E-964D-AEA4-407714327064}" type="sibTrans" cxnId="{CC02FC79-1CD7-F54B-94B1-4F33CFBE63C7}">
      <dgm:prSet/>
      <dgm:spPr/>
      <dgm:t>
        <a:bodyPr/>
        <a:lstStyle/>
        <a:p>
          <a:endParaRPr lang="en-US"/>
        </a:p>
      </dgm:t>
    </dgm:pt>
    <dgm:pt modelId="{0EE2F9E9-9FC9-0A48-81DA-26B036987C66}">
      <dgm:prSet phldrT="[Text]"/>
      <dgm:spPr/>
      <dgm:t>
        <a:bodyPr/>
        <a:lstStyle/>
        <a:p>
          <a:r>
            <a:rPr lang="en-US" dirty="0"/>
            <a:t>Multiple Correspondence Analysis</a:t>
          </a:r>
        </a:p>
      </dgm:t>
    </dgm:pt>
    <dgm:pt modelId="{6CA9817A-8D5F-1C4C-81C5-9F71074CE82F}" type="parTrans" cxnId="{A55ACF9C-DB31-8546-9807-98C0A229C2F7}">
      <dgm:prSet/>
      <dgm:spPr/>
      <dgm:t>
        <a:bodyPr/>
        <a:lstStyle/>
        <a:p>
          <a:endParaRPr lang="en-US"/>
        </a:p>
      </dgm:t>
    </dgm:pt>
    <dgm:pt modelId="{BF5C7125-98D0-8C48-AFC6-CEE2E51ECF81}" type="sibTrans" cxnId="{A55ACF9C-DB31-8546-9807-98C0A229C2F7}">
      <dgm:prSet/>
      <dgm:spPr/>
      <dgm:t>
        <a:bodyPr/>
        <a:lstStyle/>
        <a:p>
          <a:endParaRPr lang="en-US"/>
        </a:p>
      </dgm:t>
    </dgm:pt>
    <dgm:pt modelId="{DCEB300C-D6B3-0D40-9D06-9B94FF55FCBE}">
      <dgm:prSet phldrT="[Text]"/>
      <dgm:spPr/>
      <dgm:t>
        <a:bodyPr/>
        <a:lstStyle/>
        <a:p>
          <a:r>
            <a:rPr lang="en-US" dirty="0"/>
            <a:t>ID variables with largest impacts</a:t>
          </a:r>
        </a:p>
      </dgm:t>
    </dgm:pt>
    <dgm:pt modelId="{856E3CA4-0203-0F4B-ABDE-30C98A901DE0}" type="parTrans" cxnId="{7528E1EE-4F8C-384E-B819-9041425AD2D6}">
      <dgm:prSet/>
      <dgm:spPr/>
      <dgm:t>
        <a:bodyPr/>
        <a:lstStyle/>
        <a:p>
          <a:endParaRPr lang="en-US"/>
        </a:p>
      </dgm:t>
    </dgm:pt>
    <dgm:pt modelId="{F9672060-01CA-EB4C-BE5C-99CF3F5936C0}" type="sibTrans" cxnId="{7528E1EE-4F8C-384E-B819-9041425AD2D6}">
      <dgm:prSet/>
      <dgm:spPr/>
      <dgm:t>
        <a:bodyPr/>
        <a:lstStyle/>
        <a:p>
          <a:endParaRPr lang="en-US"/>
        </a:p>
      </dgm:t>
    </dgm:pt>
    <dgm:pt modelId="{833E0A3B-340B-9B4C-B313-0C679DBEA68C}">
      <dgm:prSet phldrT="[Text]"/>
      <dgm:spPr/>
      <dgm:t>
        <a:bodyPr/>
        <a:lstStyle/>
        <a:p>
          <a:r>
            <a:rPr lang="en-US" dirty="0"/>
            <a:t>CART Analysis</a:t>
          </a:r>
        </a:p>
      </dgm:t>
    </dgm:pt>
    <dgm:pt modelId="{DF477DC7-F71C-7F4B-88C9-942D92190D66}" type="parTrans" cxnId="{C5F3D122-431C-0942-86A3-2F781AB0F64A}">
      <dgm:prSet/>
      <dgm:spPr/>
      <dgm:t>
        <a:bodyPr/>
        <a:lstStyle/>
        <a:p>
          <a:endParaRPr lang="en-US"/>
        </a:p>
      </dgm:t>
    </dgm:pt>
    <dgm:pt modelId="{758C1196-EEEC-104D-912E-D70C827B6F0F}" type="sibTrans" cxnId="{C5F3D122-431C-0942-86A3-2F781AB0F64A}">
      <dgm:prSet/>
      <dgm:spPr/>
      <dgm:t>
        <a:bodyPr/>
        <a:lstStyle/>
        <a:p>
          <a:endParaRPr lang="en-US"/>
        </a:p>
      </dgm:t>
    </dgm:pt>
    <dgm:pt modelId="{F60F308C-08AD-D942-9688-9152ADEC0C16}">
      <dgm:prSet phldrT="[Text]"/>
      <dgm:spPr/>
      <dgm:t>
        <a:bodyPr/>
        <a:lstStyle/>
        <a:p>
          <a:r>
            <a:rPr lang="en-US" dirty="0"/>
            <a:t>Identify differences within variables</a:t>
          </a:r>
        </a:p>
      </dgm:t>
    </dgm:pt>
    <dgm:pt modelId="{3EA9E9E4-FAE2-764D-9C4E-6C019A89C48D}" type="parTrans" cxnId="{76402F0B-5B52-F145-B7E1-287F233AA8DF}">
      <dgm:prSet/>
      <dgm:spPr/>
      <dgm:t>
        <a:bodyPr/>
        <a:lstStyle/>
        <a:p>
          <a:endParaRPr lang="en-US"/>
        </a:p>
      </dgm:t>
    </dgm:pt>
    <dgm:pt modelId="{33F7CDC7-4EE2-D24E-B158-F202DA0A80A9}" type="sibTrans" cxnId="{76402F0B-5B52-F145-B7E1-287F233AA8DF}">
      <dgm:prSet/>
      <dgm:spPr/>
      <dgm:t>
        <a:bodyPr/>
        <a:lstStyle/>
        <a:p>
          <a:endParaRPr lang="en-US"/>
        </a:p>
      </dgm:t>
    </dgm:pt>
    <dgm:pt modelId="{A4DF7122-6523-8B46-A32B-CA11D2A1088F}">
      <dgm:prSet phldrT="[Text]"/>
      <dgm:spPr/>
      <dgm:t>
        <a:bodyPr/>
        <a:lstStyle/>
        <a:p>
          <a:r>
            <a:rPr lang="en-US" dirty="0"/>
            <a:t>Cross-tabs</a:t>
          </a:r>
        </a:p>
      </dgm:t>
    </dgm:pt>
    <dgm:pt modelId="{D98A4C5C-6857-A146-8272-C6430A58943E}" type="parTrans" cxnId="{B626B6EC-D4AC-E546-B678-06C4BF4300D7}">
      <dgm:prSet/>
      <dgm:spPr/>
      <dgm:t>
        <a:bodyPr/>
        <a:lstStyle/>
        <a:p>
          <a:endParaRPr lang="en-US"/>
        </a:p>
      </dgm:t>
    </dgm:pt>
    <dgm:pt modelId="{5D37B84B-DEC6-9547-936C-36D7D169924B}" type="sibTrans" cxnId="{B626B6EC-D4AC-E546-B678-06C4BF4300D7}">
      <dgm:prSet/>
      <dgm:spPr/>
      <dgm:t>
        <a:bodyPr/>
        <a:lstStyle/>
        <a:p>
          <a:endParaRPr lang="en-US"/>
        </a:p>
      </dgm:t>
    </dgm:pt>
    <dgm:pt modelId="{EE30169B-E487-C84C-918D-D58B1A919F00}">
      <dgm:prSet phldrT="[Text]"/>
      <dgm:spPr/>
      <dgm:t>
        <a:bodyPr/>
        <a:lstStyle/>
        <a:p>
          <a:r>
            <a:rPr lang="en-US" dirty="0"/>
            <a:t>Cramer’s test</a:t>
          </a:r>
        </a:p>
      </dgm:t>
    </dgm:pt>
    <dgm:pt modelId="{FD95B19E-D094-8248-881E-212B6F89F63E}" type="parTrans" cxnId="{0CA4E5F1-6131-A94B-B5A6-54E861B8938A}">
      <dgm:prSet/>
      <dgm:spPr/>
      <dgm:t>
        <a:bodyPr/>
        <a:lstStyle/>
        <a:p>
          <a:endParaRPr lang="en-US"/>
        </a:p>
      </dgm:t>
    </dgm:pt>
    <dgm:pt modelId="{9653822D-8704-0D40-B2DA-BDEDD0C41149}" type="sibTrans" cxnId="{0CA4E5F1-6131-A94B-B5A6-54E861B8938A}">
      <dgm:prSet/>
      <dgm:spPr/>
      <dgm:t>
        <a:bodyPr/>
        <a:lstStyle/>
        <a:p>
          <a:endParaRPr lang="en-US"/>
        </a:p>
      </dgm:t>
    </dgm:pt>
    <dgm:pt modelId="{EA1F80E5-9D61-EF4E-AC01-1AE55072F4AF}">
      <dgm:prSet phldrT="[Text]"/>
      <dgm:spPr/>
      <dgm:t>
        <a:bodyPr/>
        <a:lstStyle/>
        <a:p>
          <a:r>
            <a:rPr lang="en-US" dirty="0"/>
            <a:t>Wilcoxon</a:t>
          </a:r>
        </a:p>
      </dgm:t>
    </dgm:pt>
    <dgm:pt modelId="{9621920C-F330-DB4C-958E-C039A950A00D}" type="parTrans" cxnId="{823C83B7-268E-D94F-A27C-993B32D96077}">
      <dgm:prSet/>
      <dgm:spPr/>
      <dgm:t>
        <a:bodyPr/>
        <a:lstStyle/>
        <a:p>
          <a:endParaRPr lang="en-US"/>
        </a:p>
      </dgm:t>
    </dgm:pt>
    <dgm:pt modelId="{327F543F-196F-B244-8E1A-0492AC309733}" type="sibTrans" cxnId="{823C83B7-268E-D94F-A27C-993B32D96077}">
      <dgm:prSet/>
      <dgm:spPr/>
      <dgm:t>
        <a:bodyPr/>
        <a:lstStyle/>
        <a:p>
          <a:endParaRPr lang="en-US"/>
        </a:p>
      </dgm:t>
    </dgm:pt>
    <dgm:pt modelId="{F955F9F4-0754-6245-BE1A-195983DCA2F5}" type="pres">
      <dgm:prSet presAssocID="{0B6C78AD-F53D-2F43-AE6D-ECD518786F3F}" presName="rootnode" presStyleCnt="0">
        <dgm:presLayoutVars>
          <dgm:chMax/>
          <dgm:chPref/>
          <dgm:dir/>
          <dgm:animLvl val="lvl"/>
        </dgm:presLayoutVars>
      </dgm:prSet>
      <dgm:spPr/>
    </dgm:pt>
    <dgm:pt modelId="{91739ADB-425C-3642-9482-2B9A9D88CAD7}" type="pres">
      <dgm:prSet presAssocID="{C5CE8BCD-F4C6-DC42-8EA5-DCF16690516F}" presName="composite" presStyleCnt="0"/>
      <dgm:spPr/>
    </dgm:pt>
    <dgm:pt modelId="{988476F6-E51D-7940-B25E-2B82E0F4394E}" type="pres">
      <dgm:prSet presAssocID="{C5CE8BCD-F4C6-DC42-8EA5-DCF16690516F}" presName="bentUpArrow1" presStyleLbl="alignImgPlace1" presStyleIdx="0" presStyleCnt="2"/>
      <dgm:spPr/>
    </dgm:pt>
    <dgm:pt modelId="{527E20F7-6119-334D-895F-8E74835E5E16}" type="pres">
      <dgm:prSet presAssocID="{C5CE8BCD-F4C6-DC42-8EA5-DCF16690516F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83046502-5A24-C74E-B562-1FE6758CAE7E}" type="pres">
      <dgm:prSet presAssocID="{C5CE8BCD-F4C6-DC42-8EA5-DCF16690516F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9AA5AB2-F15B-E644-B352-6704F168CD4F}" type="pres">
      <dgm:prSet presAssocID="{3E37C3CF-D76E-964D-AEA4-407714327064}" presName="sibTrans" presStyleCnt="0"/>
      <dgm:spPr/>
    </dgm:pt>
    <dgm:pt modelId="{4315689E-4D9F-184A-BE97-FCB734865C1A}" type="pres">
      <dgm:prSet presAssocID="{DCEB300C-D6B3-0D40-9D06-9B94FF55FCBE}" presName="composite" presStyleCnt="0"/>
      <dgm:spPr/>
    </dgm:pt>
    <dgm:pt modelId="{54819702-EA26-9F4F-AE87-0A0C29C7E248}" type="pres">
      <dgm:prSet presAssocID="{DCEB300C-D6B3-0D40-9D06-9B94FF55FCBE}" presName="bentUpArrow1" presStyleLbl="alignImgPlace1" presStyleIdx="1" presStyleCnt="2"/>
      <dgm:spPr/>
    </dgm:pt>
    <dgm:pt modelId="{BC428D72-07BE-A041-9622-4060A73AC28C}" type="pres">
      <dgm:prSet presAssocID="{DCEB300C-D6B3-0D40-9D06-9B94FF55FCBE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9091BCC4-7FA0-7646-B843-31D9359EF244}" type="pres">
      <dgm:prSet presAssocID="{DCEB300C-D6B3-0D40-9D06-9B94FF55FCBE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8FD8038-E9E2-164C-9424-3F10BDAB9A3D}" type="pres">
      <dgm:prSet presAssocID="{F9672060-01CA-EB4C-BE5C-99CF3F5936C0}" presName="sibTrans" presStyleCnt="0"/>
      <dgm:spPr/>
    </dgm:pt>
    <dgm:pt modelId="{906F99C9-C06D-5748-8971-EBE4EBC91547}" type="pres">
      <dgm:prSet presAssocID="{F60F308C-08AD-D942-9688-9152ADEC0C16}" presName="composite" presStyleCnt="0"/>
      <dgm:spPr/>
    </dgm:pt>
    <dgm:pt modelId="{73A8C15B-6FDC-874D-8D9D-D1A322991CBC}" type="pres">
      <dgm:prSet presAssocID="{F60F308C-08AD-D942-9688-9152ADEC0C16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B888A319-BBEF-CD43-9D32-192B66CF72FB}" type="pres">
      <dgm:prSet presAssocID="{F60F308C-08AD-D942-9688-9152ADEC0C16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6402F0B-5B52-F145-B7E1-287F233AA8DF}" srcId="{0B6C78AD-F53D-2F43-AE6D-ECD518786F3F}" destId="{F60F308C-08AD-D942-9688-9152ADEC0C16}" srcOrd="2" destOrd="0" parTransId="{3EA9E9E4-FAE2-764D-9C4E-6C019A89C48D}" sibTransId="{33F7CDC7-4EE2-D24E-B158-F202DA0A80A9}"/>
    <dgm:cxn modelId="{30B0D617-39AF-6140-9297-1FFCFE542AF8}" type="presOf" srcId="{DCEB300C-D6B3-0D40-9D06-9B94FF55FCBE}" destId="{BC428D72-07BE-A041-9622-4060A73AC28C}" srcOrd="0" destOrd="0" presId="urn:microsoft.com/office/officeart/2005/8/layout/StepDownProcess"/>
    <dgm:cxn modelId="{C5F3D122-431C-0942-86A3-2F781AB0F64A}" srcId="{DCEB300C-D6B3-0D40-9D06-9B94FF55FCBE}" destId="{833E0A3B-340B-9B4C-B313-0C679DBEA68C}" srcOrd="0" destOrd="0" parTransId="{DF477DC7-F71C-7F4B-88C9-942D92190D66}" sibTransId="{758C1196-EEEC-104D-912E-D70C827B6F0F}"/>
    <dgm:cxn modelId="{EEA9532B-75C3-3C45-903D-A7263ABC1259}" type="presOf" srcId="{A4DF7122-6523-8B46-A32B-CA11D2A1088F}" destId="{B888A319-BBEF-CD43-9D32-192B66CF72FB}" srcOrd="0" destOrd="0" presId="urn:microsoft.com/office/officeart/2005/8/layout/StepDownProcess"/>
    <dgm:cxn modelId="{D03A9933-28FD-3045-96E2-EB272F390CC5}" type="presOf" srcId="{833E0A3B-340B-9B4C-B313-0C679DBEA68C}" destId="{9091BCC4-7FA0-7646-B843-31D9359EF244}" srcOrd="0" destOrd="0" presId="urn:microsoft.com/office/officeart/2005/8/layout/StepDownProcess"/>
    <dgm:cxn modelId="{F9C01535-6BD3-6440-A6B2-CFB40B4AC622}" type="presOf" srcId="{EA1F80E5-9D61-EF4E-AC01-1AE55072F4AF}" destId="{B888A319-BBEF-CD43-9D32-192B66CF72FB}" srcOrd="0" destOrd="2" presId="urn:microsoft.com/office/officeart/2005/8/layout/StepDownProcess"/>
    <dgm:cxn modelId="{42810A59-2F87-1649-B315-44B4090D7E8A}" type="presOf" srcId="{C5CE8BCD-F4C6-DC42-8EA5-DCF16690516F}" destId="{527E20F7-6119-334D-895F-8E74835E5E16}" srcOrd="0" destOrd="0" presId="urn:microsoft.com/office/officeart/2005/8/layout/StepDownProcess"/>
    <dgm:cxn modelId="{CC02FC79-1CD7-F54B-94B1-4F33CFBE63C7}" srcId="{0B6C78AD-F53D-2F43-AE6D-ECD518786F3F}" destId="{C5CE8BCD-F4C6-DC42-8EA5-DCF16690516F}" srcOrd="0" destOrd="0" parTransId="{5BA68DEB-8A49-7A44-9710-3608B343C27C}" sibTransId="{3E37C3CF-D76E-964D-AEA4-407714327064}"/>
    <dgm:cxn modelId="{95E85592-101E-0646-8403-9CE82726A555}" type="presOf" srcId="{0EE2F9E9-9FC9-0A48-81DA-26B036987C66}" destId="{83046502-5A24-C74E-B562-1FE6758CAE7E}" srcOrd="0" destOrd="0" presId="urn:microsoft.com/office/officeart/2005/8/layout/StepDownProcess"/>
    <dgm:cxn modelId="{A55ACF9C-DB31-8546-9807-98C0A229C2F7}" srcId="{C5CE8BCD-F4C6-DC42-8EA5-DCF16690516F}" destId="{0EE2F9E9-9FC9-0A48-81DA-26B036987C66}" srcOrd="0" destOrd="0" parTransId="{6CA9817A-8D5F-1C4C-81C5-9F71074CE82F}" sibTransId="{BF5C7125-98D0-8C48-AFC6-CEE2E51ECF81}"/>
    <dgm:cxn modelId="{823C83B7-268E-D94F-A27C-993B32D96077}" srcId="{F60F308C-08AD-D942-9688-9152ADEC0C16}" destId="{EA1F80E5-9D61-EF4E-AC01-1AE55072F4AF}" srcOrd="2" destOrd="0" parTransId="{9621920C-F330-DB4C-958E-C039A950A00D}" sibTransId="{327F543F-196F-B244-8E1A-0492AC309733}"/>
    <dgm:cxn modelId="{EFF5E2BF-D6C0-4E4A-BE7D-9680AC006E73}" type="presOf" srcId="{F60F308C-08AD-D942-9688-9152ADEC0C16}" destId="{73A8C15B-6FDC-874D-8D9D-D1A322991CBC}" srcOrd="0" destOrd="0" presId="urn:microsoft.com/office/officeart/2005/8/layout/StepDownProcess"/>
    <dgm:cxn modelId="{CEC9C3D2-BB84-B446-8759-8A175EFAE018}" type="presOf" srcId="{EE30169B-E487-C84C-918D-D58B1A919F00}" destId="{B888A319-BBEF-CD43-9D32-192B66CF72FB}" srcOrd="0" destOrd="1" presId="urn:microsoft.com/office/officeart/2005/8/layout/StepDownProcess"/>
    <dgm:cxn modelId="{46133FDE-1A0A-F146-A143-0F1D5BE71B87}" type="presOf" srcId="{0B6C78AD-F53D-2F43-AE6D-ECD518786F3F}" destId="{F955F9F4-0754-6245-BE1A-195983DCA2F5}" srcOrd="0" destOrd="0" presId="urn:microsoft.com/office/officeart/2005/8/layout/StepDownProcess"/>
    <dgm:cxn modelId="{B626B6EC-D4AC-E546-B678-06C4BF4300D7}" srcId="{F60F308C-08AD-D942-9688-9152ADEC0C16}" destId="{A4DF7122-6523-8B46-A32B-CA11D2A1088F}" srcOrd="0" destOrd="0" parTransId="{D98A4C5C-6857-A146-8272-C6430A58943E}" sibTransId="{5D37B84B-DEC6-9547-936C-36D7D169924B}"/>
    <dgm:cxn modelId="{7528E1EE-4F8C-384E-B819-9041425AD2D6}" srcId="{0B6C78AD-F53D-2F43-AE6D-ECD518786F3F}" destId="{DCEB300C-D6B3-0D40-9D06-9B94FF55FCBE}" srcOrd="1" destOrd="0" parTransId="{856E3CA4-0203-0F4B-ABDE-30C98A901DE0}" sibTransId="{F9672060-01CA-EB4C-BE5C-99CF3F5936C0}"/>
    <dgm:cxn modelId="{0CA4E5F1-6131-A94B-B5A6-54E861B8938A}" srcId="{F60F308C-08AD-D942-9688-9152ADEC0C16}" destId="{EE30169B-E487-C84C-918D-D58B1A919F00}" srcOrd="1" destOrd="0" parTransId="{FD95B19E-D094-8248-881E-212B6F89F63E}" sibTransId="{9653822D-8704-0D40-B2DA-BDEDD0C41149}"/>
    <dgm:cxn modelId="{1EBE2292-3913-F443-BAA6-5CB8E788A55D}" type="presParOf" srcId="{F955F9F4-0754-6245-BE1A-195983DCA2F5}" destId="{91739ADB-425C-3642-9482-2B9A9D88CAD7}" srcOrd="0" destOrd="0" presId="urn:microsoft.com/office/officeart/2005/8/layout/StepDownProcess"/>
    <dgm:cxn modelId="{3B1FB266-675C-5B41-9EDA-5B5C5E249FB3}" type="presParOf" srcId="{91739ADB-425C-3642-9482-2B9A9D88CAD7}" destId="{988476F6-E51D-7940-B25E-2B82E0F4394E}" srcOrd="0" destOrd="0" presId="urn:microsoft.com/office/officeart/2005/8/layout/StepDownProcess"/>
    <dgm:cxn modelId="{C653DBA9-A5CF-6249-951C-86E906C30DB5}" type="presParOf" srcId="{91739ADB-425C-3642-9482-2B9A9D88CAD7}" destId="{527E20F7-6119-334D-895F-8E74835E5E16}" srcOrd="1" destOrd="0" presId="urn:microsoft.com/office/officeart/2005/8/layout/StepDownProcess"/>
    <dgm:cxn modelId="{E42ADB79-9D81-354D-B6C3-3C9004138E56}" type="presParOf" srcId="{91739ADB-425C-3642-9482-2B9A9D88CAD7}" destId="{83046502-5A24-C74E-B562-1FE6758CAE7E}" srcOrd="2" destOrd="0" presId="urn:microsoft.com/office/officeart/2005/8/layout/StepDownProcess"/>
    <dgm:cxn modelId="{CC5F0788-A086-9549-A343-1EE6643AFEFE}" type="presParOf" srcId="{F955F9F4-0754-6245-BE1A-195983DCA2F5}" destId="{99AA5AB2-F15B-E644-B352-6704F168CD4F}" srcOrd="1" destOrd="0" presId="urn:microsoft.com/office/officeart/2005/8/layout/StepDownProcess"/>
    <dgm:cxn modelId="{C308EFDD-443A-5D4F-8760-0813DDDB366C}" type="presParOf" srcId="{F955F9F4-0754-6245-BE1A-195983DCA2F5}" destId="{4315689E-4D9F-184A-BE97-FCB734865C1A}" srcOrd="2" destOrd="0" presId="urn:microsoft.com/office/officeart/2005/8/layout/StepDownProcess"/>
    <dgm:cxn modelId="{B224A89C-38A1-8446-A586-8ED34117F8B1}" type="presParOf" srcId="{4315689E-4D9F-184A-BE97-FCB734865C1A}" destId="{54819702-EA26-9F4F-AE87-0A0C29C7E248}" srcOrd="0" destOrd="0" presId="urn:microsoft.com/office/officeart/2005/8/layout/StepDownProcess"/>
    <dgm:cxn modelId="{FF4D760E-B4F4-1641-BC81-8C084B0AEDEE}" type="presParOf" srcId="{4315689E-4D9F-184A-BE97-FCB734865C1A}" destId="{BC428D72-07BE-A041-9622-4060A73AC28C}" srcOrd="1" destOrd="0" presId="urn:microsoft.com/office/officeart/2005/8/layout/StepDownProcess"/>
    <dgm:cxn modelId="{0D1AB48E-2709-8848-83B0-70F13975DBE0}" type="presParOf" srcId="{4315689E-4D9F-184A-BE97-FCB734865C1A}" destId="{9091BCC4-7FA0-7646-B843-31D9359EF244}" srcOrd="2" destOrd="0" presId="urn:microsoft.com/office/officeart/2005/8/layout/StepDownProcess"/>
    <dgm:cxn modelId="{2EE402F3-23D4-E941-8B00-ABBA2452801D}" type="presParOf" srcId="{F955F9F4-0754-6245-BE1A-195983DCA2F5}" destId="{18FD8038-E9E2-164C-9424-3F10BDAB9A3D}" srcOrd="3" destOrd="0" presId="urn:microsoft.com/office/officeart/2005/8/layout/StepDownProcess"/>
    <dgm:cxn modelId="{99A64557-811C-AF47-8195-D65301E0A0C7}" type="presParOf" srcId="{F955F9F4-0754-6245-BE1A-195983DCA2F5}" destId="{906F99C9-C06D-5748-8971-EBE4EBC91547}" srcOrd="4" destOrd="0" presId="urn:microsoft.com/office/officeart/2005/8/layout/StepDownProcess"/>
    <dgm:cxn modelId="{973B653A-7167-3A4C-BA34-7AE44ABB1346}" type="presParOf" srcId="{906F99C9-C06D-5748-8971-EBE4EBC91547}" destId="{73A8C15B-6FDC-874D-8D9D-D1A322991CBC}" srcOrd="0" destOrd="0" presId="urn:microsoft.com/office/officeart/2005/8/layout/StepDownProcess"/>
    <dgm:cxn modelId="{40B33E1E-F660-4040-AD9D-D90306E34A04}" type="presParOf" srcId="{906F99C9-C06D-5748-8971-EBE4EBC91547}" destId="{B888A319-BBEF-CD43-9D32-192B66CF72FB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B99C1D-6FC6-4088-8963-82367C9CD03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9F26B40-3D90-41B8-A418-B0095D76997D}">
      <dgm:prSet/>
      <dgm:spPr/>
      <dgm:t>
        <a:bodyPr/>
        <a:lstStyle/>
        <a:p>
          <a:r>
            <a:rPr lang="en-US"/>
            <a:t>Postsecondary graduation</a:t>
          </a:r>
        </a:p>
      </dgm:t>
    </dgm:pt>
    <dgm:pt modelId="{109DECAB-A6E9-4084-9F73-2193256DC370}" type="parTrans" cxnId="{169E9014-0EDB-4CB1-92B3-CE2B99D65B07}">
      <dgm:prSet/>
      <dgm:spPr/>
      <dgm:t>
        <a:bodyPr/>
        <a:lstStyle/>
        <a:p>
          <a:endParaRPr lang="en-US"/>
        </a:p>
      </dgm:t>
    </dgm:pt>
    <dgm:pt modelId="{A3A887E9-457E-4333-A911-37BA84A968B5}" type="sibTrans" cxnId="{169E9014-0EDB-4CB1-92B3-CE2B99D65B07}">
      <dgm:prSet/>
      <dgm:spPr/>
      <dgm:t>
        <a:bodyPr/>
        <a:lstStyle/>
        <a:p>
          <a:endParaRPr lang="en-US"/>
        </a:p>
      </dgm:t>
    </dgm:pt>
    <dgm:pt modelId="{14DD63C7-F512-4EB6-AE0C-AA367AA49327}">
      <dgm:prSet/>
      <dgm:spPr/>
      <dgm:t>
        <a:bodyPr/>
        <a:lstStyle/>
        <a:p>
          <a:r>
            <a:rPr lang="en-US"/>
            <a:t>Regional colleges = strongest tie to local employment</a:t>
          </a:r>
        </a:p>
      </dgm:t>
    </dgm:pt>
    <dgm:pt modelId="{65EEC489-9649-4D77-A858-D069FE968409}" type="parTrans" cxnId="{211BFACA-87A3-4D11-BB8D-D6E567960627}">
      <dgm:prSet/>
      <dgm:spPr/>
      <dgm:t>
        <a:bodyPr/>
        <a:lstStyle/>
        <a:p>
          <a:endParaRPr lang="en-US"/>
        </a:p>
      </dgm:t>
    </dgm:pt>
    <dgm:pt modelId="{37CB72A2-6CE0-4C9B-8E2E-FBB10B9B77F2}" type="sibTrans" cxnId="{211BFACA-87A3-4D11-BB8D-D6E567960627}">
      <dgm:prSet/>
      <dgm:spPr/>
      <dgm:t>
        <a:bodyPr/>
        <a:lstStyle/>
        <a:p>
          <a:endParaRPr lang="en-US"/>
        </a:p>
      </dgm:t>
    </dgm:pt>
    <dgm:pt modelId="{A1724A6B-C6DF-409F-B07E-0C0141D7CB99}">
      <dgm:prSet/>
      <dgm:spPr/>
      <dgm:t>
        <a:bodyPr/>
        <a:lstStyle/>
        <a:p>
          <a:r>
            <a:rPr lang="en-US"/>
            <a:t>Credential earned</a:t>
          </a:r>
        </a:p>
      </dgm:t>
    </dgm:pt>
    <dgm:pt modelId="{C51E9893-BBFD-424F-BA25-F8EF71E4C55C}" type="parTrans" cxnId="{62BE7788-F1C5-44E7-AE04-A6D464567F0A}">
      <dgm:prSet/>
      <dgm:spPr/>
      <dgm:t>
        <a:bodyPr/>
        <a:lstStyle/>
        <a:p>
          <a:endParaRPr lang="en-US"/>
        </a:p>
      </dgm:t>
    </dgm:pt>
    <dgm:pt modelId="{6899FCD5-323B-42CF-BAE2-226AC079DD06}" type="sibTrans" cxnId="{62BE7788-F1C5-44E7-AE04-A6D464567F0A}">
      <dgm:prSet/>
      <dgm:spPr/>
      <dgm:t>
        <a:bodyPr/>
        <a:lstStyle/>
        <a:p>
          <a:endParaRPr lang="en-US"/>
        </a:p>
      </dgm:t>
    </dgm:pt>
    <dgm:pt modelId="{021C6159-3A4A-46A5-9923-75F4DA086B58}">
      <dgm:prSet/>
      <dgm:spPr/>
      <dgm:t>
        <a:bodyPr/>
        <a:lstStyle/>
        <a:p>
          <a:r>
            <a:rPr lang="en-US"/>
            <a:t>Associate or lower = higher local employment</a:t>
          </a:r>
        </a:p>
      </dgm:t>
    </dgm:pt>
    <dgm:pt modelId="{804695BE-3FC7-4E6F-B598-DB80A15180A7}" type="parTrans" cxnId="{435DB95D-2BE4-4468-B6D0-4A325B9D81A8}">
      <dgm:prSet/>
      <dgm:spPr/>
      <dgm:t>
        <a:bodyPr/>
        <a:lstStyle/>
        <a:p>
          <a:endParaRPr lang="en-US"/>
        </a:p>
      </dgm:t>
    </dgm:pt>
    <dgm:pt modelId="{2A0AE36E-539E-437E-A894-86EB69013D9E}" type="sibTrans" cxnId="{435DB95D-2BE4-4468-B6D0-4A325B9D81A8}">
      <dgm:prSet/>
      <dgm:spPr/>
      <dgm:t>
        <a:bodyPr/>
        <a:lstStyle/>
        <a:p>
          <a:endParaRPr lang="en-US"/>
        </a:p>
      </dgm:t>
    </dgm:pt>
    <dgm:pt modelId="{9E44CDFC-3113-46C5-A933-9047556C1D6B}">
      <dgm:prSet/>
      <dgm:spPr/>
      <dgm:t>
        <a:bodyPr/>
        <a:lstStyle/>
        <a:p>
          <a:r>
            <a:rPr lang="en-US"/>
            <a:t>Higher credential = more mobility, less regional attachment</a:t>
          </a:r>
        </a:p>
      </dgm:t>
    </dgm:pt>
    <dgm:pt modelId="{A4D10AE0-636F-4C56-B3D2-D5B9F9D80102}" type="parTrans" cxnId="{C1972047-1048-46B4-960E-41C65B2F30F9}">
      <dgm:prSet/>
      <dgm:spPr/>
      <dgm:t>
        <a:bodyPr/>
        <a:lstStyle/>
        <a:p>
          <a:endParaRPr lang="en-US"/>
        </a:p>
      </dgm:t>
    </dgm:pt>
    <dgm:pt modelId="{7529659D-3FB5-4C6A-9DD4-6DC7C78944F4}" type="sibTrans" cxnId="{C1972047-1048-46B4-960E-41C65B2F30F9}">
      <dgm:prSet/>
      <dgm:spPr/>
      <dgm:t>
        <a:bodyPr/>
        <a:lstStyle/>
        <a:p>
          <a:endParaRPr lang="en-US"/>
        </a:p>
      </dgm:t>
    </dgm:pt>
    <dgm:pt modelId="{F9779718-5540-46C9-8054-77086B213D8B}">
      <dgm:prSet/>
      <dgm:spPr/>
      <dgm:t>
        <a:bodyPr/>
        <a:lstStyle/>
        <a:p>
          <a:r>
            <a:rPr lang="en-US"/>
            <a:t>High school accomplishments</a:t>
          </a:r>
        </a:p>
      </dgm:t>
    </dgm:pt>
    <dgm:pt modelId="{7C21A581-E896-4784-BBFD-C709CE42691C}" type="parTrans" cxnId="{1115021E-AC0B-408D-A56F-13DEC966C7BD}">
      <dgm:prSet/>
      <dgm:spPr/>
      <dgm:t>
        <a:bodyPr/>
        <a:lstStyle/>
        <a:p>
          <a:endParaRPr lang="en-US"/>
        </a:p>
      </dgm:t>
    </dgm:pt>
    <dgm:pt modelId="{5B2EC786-2759-411A-A0AD-D32A64E4FDE6}" type="sibTrans" cxnId="{1115021E-AC0B-408D-A56F-13DEC966C7BD}">
      <dgm:prSet/>
      <dgm:spPr/>
      <dgm:t>
        <a:bodyPr/>
        <a:lstStyle/>
        <a:p>
          <a:endParaRPr lang="en-US"/>
        </a:p>
      </dgm:t>
    </dgm:pt>
    <dgm:pt modelId="{D0F90BE6-E009-4344-99D9-D148C9BAA5DE}">
      <dgm:prSet/>
      <dgm:spPr/>
      <dgm:t>
        <a:bodyPr/>
        <a:lstStyle/>
        <a:p>
          <a:r>
            <a:rPr lang="en-US"/>
            <a:t>CTE participate = feeds regional/associate pathways</a:t>
          </a:r>
        </a:p>
      </dgm:t>
    </dgm:pt>
    <dgm:pt modelId="{673DAEC1-DC96-4603-B48B-E0CD184BDD96}" type="parTrans" cxnId="{BF0B4C2A-A076-4B15-8ADA-F8449B1F2380}">
      <dgm:prSet/>
      <dgm:spPr/>
      <dgm:t>
        <a:bodyPr/>
        <a:lstStyle/>
        <a:p>
          <a:endParaRPr lang="en-US"/>
        </a:p>
      </dgm:t>
    </dgm:pt>
    <dgm:pt modelId="{89794A86-0D2F-4E20-B11B-4FA91CEF8210}" type="sibTrans" cxnId="{BF0B4C2A-A076-4B15-8ADA-F8449B1F2380}">
      <dgm:prSet/>
      <dgm:spPr/>
      <dgm:t>
        <a:bodyPr/>
        <a:lstStyle/>
        <a:p>
          <a:endParaRPr lang="en-US"/>
        </a:p>
      </dgm:t>
    </dgm:pt>
    <dgm:pt modelId="{EDCF01AA-76E2-4C0C-80CD-C2EEF1210820}">
      <dgm:prSet/>
      <dgm:spPr/>
      <dgm:t>
        <a:bodyPr/>
        <a:lstStyle/>
        <a:p>
          <a:r>
            <a:rPr lang="en-US"/>
            <a:t>PSEO, ACT, AP = feeds bachelor’s pathways, more likely to leave</a:t>
          </a:r>
        </a:p>
      </dgm:t>
    </dgm:pt>
    <dgm:pt modelId="{C6EE4585-A93F-4459-BFD9-6F7200B08890}" type="parTrans" cxnId="{5A6A1F2C-D8A8-466F-ACB9-CCA1382FF8FF}">
      <dgm:prSet/>
      <dgm:spPr/>
      <dgm:t>
        <a:bodyPr/>
        <a:lstStyle/>
        <a:p>
          <a:endParaRPr lang="en-US"/>
        </a:p>
      </dgm:t>
    </dgm:pt>
    <dgm:pt modelId="{D44DD58E-8F2E-4997-A0A4-BE39D33D8F10}" type="sibTrans" cxnId="{5A6A1F2C-D8A8-466F-ACB9-CCA1382FF8FF}">
      <dgm:prSet/>
      <dgm:spPr/>
      <dgm:t>
        <a:bodyPr/>
        <a:lstStyle/>
        <a:p>
          <a:endParaRPr lang="en-US"/>
        </a:p>
      </dgm:t>
    </dgm:pt>
    <dgm:pt modelId="{F8B4092A-17AB-444D-9C56-B62A1CCB2900}">
      <dgm:prSet/>
      <dgm:spPr/>
      <dgm:t>
        <a:bodyPr/>
        <a:lstStyle/>
        <a:p>
          <a:r>
            <a:rPr lang="en-US"/>
            <a:t>Demographic and high school context</a:t>
          </a:r>
        </a:p>
      </dgm:t>
    </dgm:pt>
    <dgm:pt modelId="{EBCA75AC-6688-4AAC-BE21-6A5CF7F4897F}" type="parTrans" cxnId="{95E8100A-F9E1-4ED0-BC02-938E476F1799}">
      <dgm:prSet/>
      <dgm:spPr/>
      <dgm:t>
        <a:bodyPr/>
        <a:lstStyle/>
        <a:p>
          <a:endParaRPr lang="en-US"/>
        </a:p>
      </dgm:t>
    </dgm:pt>
    <dgm:pt modelId="{B9C19680-4EBF-41CA-8B61-28F8A060BA31}" type="sibTrans" cxnId="{95E8100A-F9E1-4ED0-BC02-938E476F1799}">
      <dgm:prSet/>
      <dgm:spPr/>
      <dgm:t>
        <a:bodyPr/>
        <a:lstStyle/>
        <a:p>
          <a:endParaRPr lang="en-US"/>
        </a:p>
      </dgm:t>
    </dgm:pt>
    <dgm:pt modelId="{C915299A-DC6D-4EA0-8637-124B3AEA06F7}">
      <dgm:prSet/>
      <dgm:spPr/>
      <dgm:t>
        <a:bodyPr/>
        <a:lstStyle/>
        <a:p>
          <a:r>
            <a:rPr lang="en-US"/>
            <a:t>Economic disadvantage, race/ethnicity, rural vs. urban shape </a:t>
          </a:r>
          <a:r>
            <a:rPr lang="en-US" b="1"/>
            <a:t>access</a:t>
          </a:r>
          <a:r>
            <a:rPr lang="en-US"/>
            <a:t> to pathways</a:t>
          </a:r>
        </a:p>
      </dgm:t>
    </dgm:pt>
    <dgm:pt modelId="{7247C9C2-4EC1-48B8-8BEA-5FCE6EEE15E3}" type="parTrans" cxnId="{423F7D1F-5D30-48D1-A5D0-4A8F36FF5FB7}">
      <dgm:prSet/>
      <dgm:spPr/>
      <dgm:t>
        <a:bodyPr/>
        <a:lstStyle/>
        <a:p>
          <a:endParaRPr lang="en-US"/>
        </a:p>
      </dgm:t>
    </dgm:pt>
    <dgm:pt modelId="{9AFF9F50-5E5C-46C1-81E8-BEA4601AC9AB}" type="sibTrans" cxnId="{423F7D1F-5D30-48D1-A5D0-4A8F36FF5FB7}">
      <dgm:prSet/>
      <dgm:spPr/>
      <dgm:t>
        <a:bodyPr/>
        <a:lstStyle/>
        <a:p>
          <a:endParaRPr lang="en-US"/>
        </a:p>
      </dgm:t>
    </dgm:pt>
    <dgm:pt modelId="{B3254E4D-A02C-49A1-9AD6-71F71E920512}">
      <dgm:prSet/>
      <dgm:spPr/>
      <dgm:t>
        <a:bodyPr/>
        <a:lstStyle/>
        <a:p>
          <a:r>
            <a:rPr lang="en-US"/>
            <a:t>But not strong drivers once postsecondary outcomes are known</a:t>
          </a:r>
        </a:p>
      </dgm:t>
    </dgm:pt>
    <dgm:pt modelId="{37A265D3-7CCE-4FCC-93B1-E6A4DD77B9C8}" type="parTrans" cxnId="{2397BD22-9816-4CB9-99DB-4842896F0FD2}">
      <dgm:prSet/>
      <dgm:spPr/>
      <dgm:t>
        <a:bodyPr/>
        <a:lstStyle/>
        <a:p>
          <a:endParaRPr lang="en-US"/>
        </a:p>
      </dgm:t>
    </dgm:pt>
    <dgm:pt modelId="{2EA9C301-8326-42BB-BDB2-1C2826298608}" type="sibTrans" cxnId="{2397BD22-9816-4CB9-99DB-4842896F0FD2}">
      <dgm:prSet/>
      <dgm:spPr/>
      <dgm:t>
        <a:bodyPr/>
        <a:lstStyle/>
        <a:p>
          <a:endParaRPr lang="en-US"/>
        </a:p>
      </dgm:t>
    </dgm:pt>
    <dgm:pt modelId="{85A98152-39DE-4682-9344-98E2978C739D}" type="pres">
      <dgm:prSet presAssocID="{CDB99C1D-6FC6-4088-8963-82367C9CD037}" presName="root" presStyleCnt="0">
        <dgm:presLayoutVars>
          <dgm:dir/>
          <dgm:resizeHandles val="exact"/>
        </dgm:presLayoutVars>
      </dgm:prSet>
      <dgm:spPr/>
    </dgm:pt>
    <dgm:pt modelId="{89807AD6-B915-4F0E-ACB9-E0E2D5FD8038}" type="pres">
      <dgm:prSet presAssocID="{49F26B40-3D90-41B8-A418-B0095D76997D}" presName="compNode" presStyleCnt="0"/>
      <dgm:spPr/>
    </dgm:pt>
    <dgm:pt modelId="{B673E473-787B-40A8-A41A-FA800183213A}" type="pres">
      <dgm:prSet presAssocID="{49F26B40-3D90-41B8-A418-B0095D76997D}" presName="bgRect" presStyleLbl="bgShp" presStyleIdx="0" presStyleCnt="4"/>
      <dgm:spPr/>
    </dgm:pt>
    <dgm:pt modelId="{67E3F480-4F03-40B7-8B52-AD9B85C5A9F9}" type="pres">
      <dgm:prSet presAssocID="{49F26B40-3D90-41B8-A418-B0095D7699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6A89B7E-9A2A-43C2-B3AB-BCFB635BBAF7}" type="pres">
      <dgm:prSet presAssocID="{49F26B40-3D90-41B8-A418-B0095D76997D}" presName="spaceRect" presStyleCnt="0"/>
      <dgm:spPr/>
    </dgm:pt>
    <dgm:pt modelId="{8BD82E79-91B1-4E4E-8806-D46E623328F1}" type="pres">
      <dgm:prSet presAssocID="{49F26B40-3D90-41B8-A418-B0095D76997D}" presName="parTx" presStyleLbl="revTx" presStyleIdx="0" presStyleCnt="8">
        <dgm:presLayoutVars>
          <dgm:chMax val="0"/>
          <dgm:chPref val="0"/>
        </dgm:presLayoutVars>
      </dgm:prSet>
      <dgm:spPr/>
    </dgm:pt>
    <dgm:pt modelId="{ACD54B70-B843-4A2F-BB62-28BA666BF23A}" type="pres">
      <dgm:prSet presAssocID="{49F26B40-3D90-41B8-A418-B0095D76997D}" presName="desTx" presStyleLbl="revTx" presStyleIdx="1" presStyleCnt="8">
        <dgm:presLayoutVars/>
      </dgm:prSet>
      <dgm:spPr/>
    </dgm:pt>
    <dgm:pt modelId="{CF5D6876-E2FC-409A-A20D-5665E30B34BF}" type="pres">
      <dgm:prSet presAssocID="{A3A887E9-457E-4333-A911-37BA84A968B5}" presName="sibTrans" presStyleCnt="0"/>
      <dgm:spPr/>
    </dgm:pt>
    <dgm:pt modelId="{888D7FC9-A877-4534-8100-904E9E673EA7}" type="pres">
      <dgm:prSet presAssocID="{A1724A6B-C6DF-409F-B07E-0C0141D7CB99}" presName="compNode" presStyleCnt="0"/>
      <dgm:spPr/>
    </dgm:pt>
    <dgm:pt modelId="{1D8C39DB-A38A-4729-9613-4408519588F4}" type="pres">
      <dgm:prSet presAssocID="{A1724A6B-C6DF-409F-B07E-0C0141D7CB99}" presName="bgRect" presStyleLbl="bgShp" presStyleIdx="1" presStyleCnt="4"/>
      <dgm:spPr/>
    </dgm:pt>
    <dgm:pt modelId="{D0772404-9D05-4463-8A6E-098C353BF122}" type="pres">
      <dgm:prSet presAssocID="{A1724A6B-C6DF-409F-B07E-0C0141D7CB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C506458A-CA1F-4AEC-A8C7-E1E964146EE0}" type="pres">
      <dgm:prSet presAssocID="{A1724A6B-C6DF-409F-B07E-0C0141D7CB99}" presName="spaceRect" presStyleCnt="0"/>
      <dgm:spPr/>
    </dgm:pt>
    <dgm:pt modelId="{EB5E7FE4-53F1-4FA7-BF1F-2651CE8DA06D}" type="pres">
      <dgm:prSet presAssocID="{A1724A6B-C6DF-409F-B07E-0C0141D7CB99}" presName="parTx" presStyleLbl="revTx" presStyleIdx="2" presStyleCnt="8">
        <dgm:presLayoutVars>
          <dgm:chMax val="0"/>
          <dgm:chPref val="0"/>
        </dgm:presLayoutVars>
      </dgm:prSet>
      <dgm:spPr/>
    </dgm:pt>
    <dgm:pt modelId="{224EF7BB-E10F-4A28-9D94-4E20A7560B53}" type="pres">
      <dgm:prSet presAssocID="{A1724A6B-C6DF-409F-B07E-0C0141D7CB99}" presName="desTx" presStyleLbl="revTx" presStyleIdx="3" presStyleCnt="8">
        <dgm:presLayoutVars/>
      </dgm:prSet>
      <dgm:spPr/>
    </dgm:pt>
    <dgm:pt modelId="{405D2A31-244F-4D3B-A55A-41628ECDC4A8}" type="pres">
      <dgm:prSet presAssocID="{6899FCD5-323B-42CF-BAE2-226AC079DD06}" presName="sibTrans" presStyleCnt="0"/>
      <dgm:spPr/>
    </dgm:pt>
    <dgm:pt modelId="{3EA4772F-AB10-40AE-A8A4-A3C4ECA4EBD2}" type="pres">
      <dgm:prSet presAssocID="{F9779718-5540-46C9-8054-77086B213D8B}" presName="compNode" presStyleCnt="0"/>
      <dgm:spPr/>
    </dgm:pt>
    <dgm:pt modelId="{871482AA-C50B-40FE-A28F-5622F4406F51}" type="pres">
      <dgm:prSet presAssocID="{F9779718-5540-46C9-8054-77086B213D8B}" presName="bgRect" presStyleLbl="bgShp" presStyleIdx="2" presStyleCnt="4"/>
      <dgm:spPr/>
    </dgm:pt>
    <dgm:pt modelId="{642C5AE9-0388-4077-9221-2D9F9807A704}" type="pres">
      <dgm:prSet presAssocID="{F9779718-5540-46C9-8054-77086B213D8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31A5178-72A9-4E58-9EF8-8EB098C9E06D}" type="pres">
      <dgm:prSet presAssocID="{F9779718-5540-46C9-8054-77086B213D8B}" presName="spaceRect" presStyleCnt="0"/>
      <dgm:spPr/>
    </dgm:pt>
    <dgm:pt modelId="{B968DE60-DA9F-4755-8E67-5BF31836F5E9}" type="pres">
      <dgm:prSet presAssocID="{F9779718-5540-46C9-8054-77086B213D8B}" presName="parTx" presStyleLbl="revTx" presStyleIdx="4" presStyleCnt="8">
        <dgm:presLayoutVars>
          <dgm:chMax val="0"/>
          <dgm:chPref val="0"/>
        </dgm:presLayoutVars>
      </dgm:prSet>
      <dgm:spPr/>
    </dgm:pt>
    <dgm:pt modelId="{0A43C751-D81B-4873-8D6F-D0B70A71AC38}" type="pres">
      <dgm:prSet presAssocID="{F9779718-5540-46C9-8054-77086B213D8B}" presName="desTx" presStyleLbl="revTx" presStyleIdx="5" presStyleCnt="8">
        <dgm:presLayoutVars/>
      </dgm:prSet>
      <dgm:spPr/>
    </dgm:pt>
    <dgm:pt modelId="{B88DB0D5-3527-497B-B248-58EAD1F0F573}" type="pres">
      <dgm:prSet presAssocID="{5B2EC786-2759-411A-A0AD-D32A64E4FDE6}" presName="sibTrans" presStyleCnt="0"/>
      <dgm:spPr/>
    </dgm:pt>
    <dgm:pt modelId="{AA5D6936-012B-44A0-8997-870B05BE6393}" type="pres">
      <dgm:prSet presAssocID="{F8B4092A-17AB-444D-9C56-B62A1CCB2900}" presName="compNode" presStyleCnt="0"/>
      <dgm:spPr/>
    </dgm:pt>
    <dgm:pt modelId="{2E8E12E5-719D-45CA-9528-03D5D9AA70CF}" type="pres">
      <dgm:prSet presAssocID="{F8B4092A-17AB-444D-9C56-B62A1CCB2900}" presName="bgRect" presStyleLbl="bgShp" presStyleIdx="3" presStyleCnt="4"/>
      <dgm:spPr/>
    </dgm:pt>
    <dgm:pt modelId="{BD9BAA7E-B5BD-4797-A7E2-1AA9B19A69C1}" type="pres">
      <dgm:prSet presAssocID="{F8B4092A-17AB-444D-9C56-B62A1CCB29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7882EFFC-FC50-40DC-802C-D0802BBA3E4A}" type="pres">
      <dgm:prSet presAssocID="{F8B4092A-17AB-444D-9C56-B62A1CCB2900}" presName="spaceRect" presStyleCnt="0"/>
      <dgm:spPr/>
    </dgm:pt>
    <dgm:pt modelId="{53980390-9D40-4B0F-AF11-8769C8E0A864}" type="pres">
      <dgm:prSet presAssocID="{F8B4092A-17AB-444D-9C56-B62A1CCB2900}" presName="parTx" presStyleLbl="revTx" presStyleIdx="6" presStyleCnt="8">
        <dgm:presLayoutVars>
          <dgm:chMax val="0"/>
          <dgm:chPref val="0"/>
        </dgm:presLayoutVars>
      </dgm:prSet>
      <dgm:spPr/>
    </dgm:pt>
    <dgm:pt modelId="{B649C7B0-D5D2-4B22-81A4-872684B5B766}" type="pres">
      <dgm:prSet presAssocID="{F8B4092A-17AB-444D-9C56-B62A1CCB2900}" presName="desTx" presStyleLbl="revTx" presStyleIdx="7" presStyleCnt="8">
        <dgm:presLayoutVars/>
      </dgm:prSet>
      <dgm:spPr/>
    </dgm:pt>
  </dgm:ptLst>
  <dgm:cxnLst>
    <dgm:cxn modelId="{E0D85203-7899-43AD-AA33-52E0E1115A8C}" type="presOf" srcId="{EDCF01AA-76E2-4C0C-80CD-C2EEF1210820}" destId="{0A43C751-D81B-4873-8D6F-D0B70A71AC38}" srcOrd="0" destOrd="1" presId="urn:microsoft.com/office/officeart/2018/2/layout/IconVerticalSolidList"/>
    <dgm:cxn modelId="{030F7806-41BC-4F79-AAC7-0D3803EF4D8C}" type="presOf" srcId="{14DD63C7-F512-4EB6-AE0C-AA367AA49327}" destId="{ACD54B70-B843-4A2F-BB62-28BA666BF23A}" srcOrd="0" destOrd="0" presId="urn:microsoft.com/office/officeart/2018/2/layout/IconVerticalSolidList"/>
    <dgm:cxn modelId="{95E8100A-F9E1-4ED0-BC02-938E476F1799}" srcId="{CDB99C1D-6FC6-4088-8963-82367C9CD037}" destId="{F8B4092A-17AB-444D-9C56-B62A1CCB2900}" srcOrd="3" destOrd="0" parTransId="{EBCA75AC-6688-4AAC-BE21-6A5CF7F4897F}" sibTransId="{B9C19680-4EBF-41CA-8B61-28F8A060BA31}"/>
    <dgm:cxn modelId="{7692630A-274C-48BE-B49C-864448587B19}" type="presOf" srcId="{D0F90BE6-E009-4344-99D9-D148C9BAA5DE}" destId="{0A43C751-D81B-4873-8D6F-D0B70A71AC38}" srcOrd="0" destOrd="0" presId="urn:microsoft.com/office/officeart/2018/2/layout/IconVerticalSolidList"/>
    <dgm:cxn modelId="{169E9014-0EDB-4CB1-92B3-CE2B99D65B07}" srcId="{CDB99C1D-6FC6-4088-8963-82367C9CD037}" destId="{49F26B40-3D90-41B8-A418-B0095D76997D}" srcOrd="0" destOrd="0" parTransId="{109DECAB-A6E9-4084-9F73-2193256DC370}" sibTransId="{A3A887E9-457E-4333-A911-37BA84A968B5}"/>
    <dgm:cxn modelId="{60E2261C-C1AA-4AF1-A0B2-745B17B202CE}" type="presOf" srcId="{C915299A-DC6D-4EA0-8637-124B3AEA06F7}" destId="{B649C7B0-D5D2-4B22-81A4-872684B5B766}" srcOrd="0" destOrd="0" presId="urn:microsoft.com/office/officeart/2018/2/layout/IconVerticalSolidList"/>
    <dgm:cxn modelId="{1115021E-AC0B-408D-A56F-13DEC966C7BD}" srcId="{CDB99C1D-6FC6-4088-8963-82367C9CD037}" destId="{F9779718-5540-46C9-8054-77086B213D8B}" srcOrd="2" destOrd="0" parTransId="{7C21A581-E896-4784-BBFD-C709CE42691C}" sibTransId="{5B2EC786-2759-411A-A0AD-D32A64E4FDE6}"/>
    <dgm:cxn modelId="{423F7D1F-5D30-48D1-A5D0-4A8F36FF5FB7}" srcId="{F8B4092A-17AB-444D-9C56-B62A1CCB2900}" destId="{C915299A-DC6D-4EA0-8637-124B3AEA06F7}" srcOrd="0" destOrd="0" parTransId="{7247C9C2-4EC1-48B8-8BEA-5FCE6EEE15E3}" sibTransId="{9AFF9F50-5E5C-46C1-81E8-BEA4601AC9AB}"/>
    <dgm:cxn modelId="{2397BD22-9816-4CB9-99DB-4842896F0FD2}" srcId="{F8B4092A-17AB-444D-9C56-B62A1CCB2900}" destId="{B3254E4D-A02C-49A1-9AD6-71F71E920512}" srcOrd="1" destOrd="0" parTransId="{37A265D3-7CCE-4FCC-93B1-E6A4DD77B9C8}" sibTransId="{2EA9C301-8326-42BB-BDB2-1C2826298608}"/>
    <dgm:cxn modelId="{7A29A425-B1EA-42CA-B3D2-DC703A286C7B}" type="presOf" srcId="{49F26B40-3D90-41B8-A418-B0095D76997D}" destId="{8BD82E79-91B1-4E4E-8806-D46E623328F1}" srcOrd="0" destOrd="0" presId="urn:microsoft.com/office/officeart/2018/2/layout/IconVerticalSolidList"/>
    <dgm:cxn modelId="{BF0B4C2A-A076-4B15-8ADA-F8449B1F2380}" srcId="{F9779718-5540-46C9-8054-77086B213D8B}" destId="{D0F90BE6-E009-4344-99D9-D148C9BAA5DE}" srcOrd="0" destOrd="0" parTransId="{673DAEC1-DC96-4603-B48B-E0CD184BDD96}" sibTransId="{89794A86-0D2F-4E20-B11B-4FA91CEF8210}"/>
    <dgm:cxn modelId="{5A6A1F2C-D8A8-466F-ACB9-CCA1382FF8FF}" srcId="{F9779718-5540-46C9-8054-77086B213D8B}" destId="{EDCF01AA-76E2-4C0C-80CD-C2EEF1210820}" srcOrd="1" destOrd="0" parTransId="{C6EE4585-A93F-4459-BFD9-6F7200B08890}" sibTransId="{D44DD58E-8F2E-4997-A0A4-BE39D33D8F10}"/>
    <dgm:cxn modelId="{C1972047-1048-46B4-960E-41C65B2F30F9}" srcId="{A1724A6B-C6DF-409F-B07E-0C0141D7CB99}" destId="{9E44CDFC-3113-46C5-A933-9047556C1D6B}" srcOrd="1" destOrd="0" parTransId="{A4D10AE0-636F-4C56-B3D2-D5B9F9D80102}" sibTransId="{7529659D-3FB5-4C6A-9DD4-6DC7C78944F4}"/>
    <dgm:cxn modelId="{57BE7847-3F46-4DE2-A2D8-B736BB3E66F1}" type="presOf" srcId="{CDB99C1D-6FC6-4088-8963-82367C9CD037}" destId="{85A98152-39DE-4682-9344-98E2978C739D}" srcOrd="0" destOrd="0" presId="urn:microsoft.com/office/officeart/2018/2/layout/IconVerticalSolidList"/>
    <dgm:cxn modelId="{435DB95D-2BE4-4468-B6D0-4A325B9D81A8}" srcId="{A1724A6B-C6DF-409F-B07E-0C0141D7CB99}" destId="{021C6159-3A4A-46A5-9923-75F4DA086B58}" srcOrd="0" destOrd="0" parTransId="{804695BE-3FC7-4E6F-B598-DB80A15180A7}" sibTransId="{2A0AE36E-539E-437E-A894-86EB69013D9E}"/>
    <dgm:cxn modelId="{62BE7788-F1C5-44E7-AE04-A6D464567F0A}" srcId="{CDB99C1D-6FC6-4088-8963-82367C9CD037}" destId="{A1724A6B-C6DF-409F-B07E-0C0141D7CB99}" srcOrd="1" destOrd="0" parTransId="{C51E9893-BBFD-424F-BA25-F8EF71E4C55C}" sibTransId="{6899FCD5-323B-42CF-BAE2-226AC079DD06}"/>
    <dgm:cxn modelId="{12FED5A4-A8AD-4ED6-880A-85A58895260E}" type="presOf" srcId="{B3254E4D-A02C-49A1-9AD6-71F71E920512}" destId="{B649C7B0-D5D2-4B22-81A4-872684B5B766}" srcOrd="0" destOrd="1" presId="urn:microsoft.com/office/officeart/2018/2/layout/IconVerticalSolidList"/>
    <dgm:cxn modelId="{AE044EAC-B9DA-4D97-8947-1874F14FB642}" type="presOf" srcId="{9E44CDFC-3113-46C5-A933-9047556C1D6B}" destId="{224EF7BB-E10F-4A28-9D94-4E20A7560B53}" srcOrd="0" destOrd="1" presId="urn:microsoft.com/office/officeart/2018/2/layout/IconVerticalSolidList"/>
    <dgm:cxn modelId="{C03029AE-2E8A-430F-85D4-569C1E1C5FF9}" type="presOf" srcId="{F9779718-5540-46C9-8054-77086B213D8B}" destId="{B968DE60-DA9F-4755-8E67-5BF31836F5E9}" srcOrd="0" destOrd="0" presId="urn:microsoft.com/office/officeart/2018/2/layout/IconVerticalSolidList"/>
    <dgm:cxn modelId="{211BFACA-87A3-4D11-BB8D-D6E567960627}" srcId="{49F26B40-3D90-41B8-A418-B0095D76997D}" destId="{14DD63C7-F512-4EB6-AE0C-AA367AA49327}" srcOrd="0" destOrd="0" parTransId="{65EEC489-9649-4D77-A858-D069FE968409}" sibTransId="{37CB72A2-6CE0-4C9B-8E2E-FBB10B9B77F2}"/>
    <dgm:cxn modelId="{9C9100D2-B62E-4DF0-BAA9-34EB0056400F}" type="presOf" srcId="{F8B4092A-17AB-444D-9C56-B62A1CCB2900}" destId="{53980390-9D40-4B0F-AF11-8769C8E0A864}" srcOrd="0" destOrd="0" presId="urn:microsoft.com/office/officeart/2018/2/layout/IconVerticalSolidList"/>
    <dgm:cxn modelId="{0BBB14D7-DB2E-49F4-8CD4-61A0C96BA221}" type="presOf" srcId="{A1724A6B-C6DF-409F-B07E-0C0141D7CB99}" destId="{EB5E7FE4-53F1-4FA7-BF1F-2651CE8DA06D}" srcOrd="0" destOrd="0" presId="urn:microsoft.com/office/officeart/2018/2/layout/IconVerticalSolidList"/>
    <dgm:cxn modelId="{622B54E1-5782-4CCB-9AE6-C7489B33785D}" type="presOf" srcId="{021C6159-3A4A-46A5-9923-75F4DA086B58}" destId="{224EF7BB-E10F-4A28-9D94-4E20A7560B53}" srcOrd="0" destOrd="0" presId="urn:microsoft.com/office/officeart/2018/2/layout/IconVerticalSolidList"/>
    <dgm:cxn modelId="{7E823E64-0768-43E7-BFDB-42F793C11D28}" type="presParOf" srcId="{85A98152-39DE-4682-9344-98E2978C739D}" destId="{89807AD6-B915-4F0E-ACB9-E0E2D5FD8038}" srcOrd="0" destOrd="0" presId="urn:microsoft.com/office/officeart/2018/2/layout/IconVerticalSolidList"/>
    <dgm:cxn modelId="{D4A31FC5-9981-46C2-ADFC-69F99225BCD9}" type="presParOf" srcId="{89807AD6-B915-4F0E-ACB9-E0E2D5FD8038}" destId="{B673E473-787B-40A8-A41A-FA800183213A}" srcOrd="0" destOrd="0" presId="urn:microsoft.com/office/officeart/2018/2/layout/IconVerticalSolidList"/>
    <dgm:cxn modelId="{EBBF1837-BFB0-46F7-AD42-254CAF8FC4C4}" type="presParOf" srcId="{89807AD6-B915-4F0E-ACB9-E0E2D5FD8038}" destId="{67E3F480-4F03-40B7-8B52-AD9B85C5A9F9}" srcOrd="1" destOrd="0" presId="urn:microsoft.com/office/officeart/2018/2/layout/IconVerticalSolidList"/>
    <dgm:cxn modelId="{02B88A83-B970-4132-8D46-F1B3E0C8DFF9}" type="presParOf" srcId="{89807AD6-B915-4F0E-ACB9-E0E2D5FD8038}" destId="{16A89B7E-9A2A-43C2-B3AB-BCFB635BBAF7}" srcOrd="2" destOrd="0" presId="urn:microsoft.com/office/officeart/2018/2/layout/IconVerticalSolidList"/>
    <dgm:cxn modelId="{B04E21A4-A99C-477E-B3A3-64D22584F526}" type="presParOf" srcId="{89807AD6-B915-4F0E-ACB9-E0E2D5FD8038}" destId="{8BD82E79-91B1-4E4E-8806-D46E623328F1}" srcOrd="3" destOrd="0" presId="urn:microsoft.com/office/officeart/2018/2/layout/IconVerticalSolidList"/>
    <dgm:cxn modelId="{BC75B7FF-58DA-4E39-8F13-5F632ACB1AC4}" type="presParOf" srcId="{89807AD6-B915-4F0E-ACB9-E0E2D5FD8038}" destId="{ACD54B70-B843-4A2F-BB62-28BA666BF23A}" srcOrd="4" destOrd="0" presId="urn:microsoft.com/office/officeart/2018/2/layout/IconVerticalSolidList"/>
    <dgm:cxn modelId="{0542D78D-C6BC-4A13-8082-A5E3F65C1C61}" type="presParOf" srcId="{85A98152-39DE-4682-9344-98E2978C739D}" destId="{CF5D6876-E2FC-409A-A20D-5665E30B34BF}" srcOrd="1" destOrd="0" presId="urn:microsoft.com/office/officeart/2018/2/layout/IconVerticalSolidList"/>
    <dgm:cxn modelId="{6D678EEA-3028-4EF4-A73E-EA5B27628869}" type="presParOf" srcId="{85A98152-39DE-4682-9344-98E2978C739D}" destId="{888D7FC9-A877-4534-8100-904E9E673EA7}" srcOrd="2" destOrd="0" presId="urn:microsoft.com/office/officeart/2018/2/layout/IconVerticalSolidList"/>
    <dgm:cxn modelId="{B05F3E62-27AD-435F-AE0A-C3663C290793}" type="presParOf" srcId="{888D7FC9-A877-4534-8100-904E9E673EA7}" destId="{1D8C39DB-A38A-4729-9613-4408519588F4}" srcOrd="0" destOrd="0" presId="urn:microsoft.com/office/officeart/2018/2/layout/IconVerticalSolidList"/>
    <dgm:cxn modelId="{BE5050E8-2DFC-469E-94F7-8BB483EA08EF}" type="presParOf" srcId="{888D7FC9-A877-4534-8100-904E9E673EA7}" destId="{D0772404-9D05-4463-8A6E-098C353BF122}" srcOrd="1" destOrd="0" presId="urn:microsoft.com/office/officeart/2018/2/layout/IconVerticalSolidList"/>
    <dgm:cxn modelId="{2DF6EC39-2BB6-4A9D-92BB-4A5F332C8C4C}" type="presParOf" srcId="{888D7FC9-A877-4534-8100-904E9E673EA7}" destId="{C506458A-CA1F-4AEC-A8C7-E1E964146EE0}" srcOrd="2" destOrd="0" presId="urn:microsoft.com/office/officeart/2018/2/layout/IconVerticalSolidList"/>
    <dgm:cxn modelId="{F7B353D3-9D33-4C3E-B66C-EE1CF04CEB1F}" type="presParOf" srcId="{888D7FC9-A877-4534-8100-904E9E673EA7}" destId="{EB5E7FE4-53F1-4FA7-BF1F-2651CE8DA06D}" srcOrd="3" destOrd="0" presId="urn:microsoft.com/office/officeart/2018/2/layout/IconVerticalSolidList"/>
    <dgm:cxn modelId="{D8C2078D-2002-4613-9AA5-25D5340DD321}" type="presParOf" srcId="{888D7FC9-A877-4534-8100-904E9E673EA7}" destId="{224EF7BB-E10F-4A28-9D94-4E20A7560B53}" srcOrd="4" destOrd="0" presId="urn:microsoft.com/office/officeart/2018/2/layout/IconVerticalSolidList"/>
    <dgm:cxn modelId="{ED3AE35D-F0FA-4C9B-AF09-F4FBFA2F8469}" type="presParOf" srcId="{85A98152-39DE-4682-9344-98E2978C739D}" destId="{405D2A31-244F-4D3B-A55A-41628ECDC4A8}" srcOrd="3" destOrd="0" presId="urn:microsoft.com/office/officeart/2018/2/layout/IconVerticalSolidList"/>
    <dgm:cxn modelId="{6BEAE8BA-46CC-4D05-B5C7-624C5F92C9D3}" type="presParOf" srcId="{85A98152-39DE-4682-9344-98E2978C739D}" destId="{3EA4772F-AB10-40AE-A8A4-A3C4ECA4EBD2}" srcOrd="4" destOrd="0" presId="urn:microsoft.com/office/officeart/2018/2/layout/IconVerticalSolidList"/>
    <dgm:cxn modelId="{85FC7435-5242-4B48-8FE2-72C47E820E19}" type="presParOf" srcId="{3EA4772F-AB10-40AE-A8A4-A3C4ECA4EBD2}" destId="{871482AA-C50B-40FE-A28F-5622F4406F51}" srcOrd="0" destOrd="0" presId="urn:microsoft.com/office/officeart/2018/2/layout/IconVerticalSolidList"/>
    <dgm:cxn modelId="{3965AD13-84FB-4E2B-8661-8A4175C1F4CE}" type="presParOf" srcId="{3EA4772F-AB10-40AE-A8A4-A3C4ECA4EBD2}" destId="{642C5AE9-0388-4077-9221-2D9F9807A704}" srcOrd="1" destOrd="0" presId="urn:microsoft.com/office/officeart/2018/2/layout/IconVerticalSolidList"/>
    <dgm:cxn modelId="{92A66E67-6261-4D9D-B812-4488AC267183}" type="presParOf" srcId="{3EA4772F-AB10-40AE-A8A4-A3C4ECA4EBD2}" destId="{C31A5178-72A9-4E58-9EF8-8EB098C9E06D}" srcOrd="2" destOrd="0" presId="urn:microsoft.com/office/officeart/2018/2/layout/IconVerticalSolidList"/>
    <dgm:cxn modelId="{C21E6865-9163-4494-B500-4FEDA560DCC1}" type="presParOf" srcId="{3EA4772F-AB10-40AE-A8A4-A3C4ECA4EBD2}" destId="{B968DE60-DA9F-4755-8E67-5BF31836F5E9}" srcOrd="3" destOrd="0" presId="urn:microsoft.com/office/officeart/2018/2/layout/IconVerticalSolidList"/>
    <dgm:cxn modelId="{081A521A-99A9-4116-848E-4A9FC4573EFB}" type="presParOf" srcId="{3EA4772F-AB10-40AE-A8A4-A3C4ECA4EBD2}" destId="{0A43C751-D81B-4873-8D6F-D0B70A71AC38}" srcOrd="4" destOrd="0" presId="urn:microsoft.com/office/officeart/2018/2/layout/IconVerticalSolidList"/>
    <dgm:cxn modelId="{4DC38E90-48AB-446D-81DE-D37134CD3D3B}" type="presParOf" srcId="{85A98152-39DE-4682-9344-98E2978C739D}" destId="{B88DB0D5-3527-497B-B248-58EAD1F0F573}" srcOrd="5" destOrd="0" presId="urn:microsoft.com/office/officeart/2018/2/layout/IconVerticalSolidList"/>
    <dgm:cxn modelId="{1DA51CB3-4FE7-463F-A69B-D61C68DB0972}" type="presParOf" srcId="{85A98152-39DE-4682-9344-98E2978C739D}" destId="{AA5D6936-012B-44A0-8997-870B05BE6393}" srcOrd="6" destOrd="0" presId="urn:microsoft.com/office/officeart/2018/2/layout/IconVerticalSolidList"/>
    <dgm:cxn modelId="{20487B5F-C6C4-4998-A7BA-43C9592ED1AF}" type="presParOf" srcId="{AA5D6936-012B-44A0-8997-870B05BE6393}" destId="{2E8E12E5-719D-45CA-9528-03D5D9AA70CF}" srcOrd="0" destOrd="0" presId="urn:microsoft.com/office/officeart/2018/2/layout/IconVerticalSolidList"/>
    <dgm:cxn modelId="{55CE8330-447B-4F62-BE86-78636116EAD6}" type="presParOf" srcId="{AA5D6936-012B-44A0-8997-870B05BE6393}" destId="{BD9BAA7E-B5BD-4797-A7E2-1AA9B19A69C1}" srcOrd="1" destOrd="0" presId="urn:microsoft.com/office/officeart/2018/2/layout/IconVerticalSolidList"/>
    <dgm:cxn modelId="{26353E14-1B2E-4207-94A5-E0858F0A2890}" type="presParOf" srcId="{AA5D6936-012B-44A0-8997-870B05BE6393}" destId="{7882EFFC-FC50-40DC-802C-D0802BBA3E4A}" srcOrd="2" destOrd="0" presId="urn:microsoft.com/office/officeart/2018/2/layout/IconVerticalSolidList"/>
    <dgm:cxn modelId="{709B1AF7-13C0-44B9-96A2-0BA88CC87452}" type="presParOf" srcId="{AA5D6936-012B-44A0-8997-870B05BE6393}" destId="{53980390-9D40-4B0F-AF11-8769C8E0A864}" srcOrd="3" destOrd="0" presId="urn:microsoft.com/office/officeart/2018/2/layout/IconVerticalSolidList"/>
    <dgm:cxn modelId="{D4D544D0-880C-4DF1-863B-6BC50580A37B}" type="presParOf" srcId="{AA5D6936-012B-44A0-8997-870B05BE6393}" destId="{B649C7B0-D5D2-4B22-81A4-872684B5B76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D02B1C-C72F-4CAB-8393-1A323AB2866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5E7942-F7E3-46F9-A4CF-4D12B564A9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Regional employers</a:t>
          </a:r>
        </a:p>
      </dgm:t>
    </dgm:pt>
    <dgm:pt modelId="{B485B6D9-A192-4F41-A808-5411045E0D7E}" type="parTrans" cxnId="{9B194400-6B3F-48F2-9AEB-B84E5B9B374D}">
      <dgm:prSet/>
      <dgm:spPr/>
      <dgm:t>
        <a:bodyPr/>
        <a:lstStyle/>
        <a:p>
          <a:endParaRPr lang="en-US"/>
        </a:p>
      </dgm:t>
    </dgm:pt>
    <dgm:pt modelId="{652CE368-1B2A-4F33-8E7C-DA663CFD72D6}" type="sibTrans" cxnId="{9B194400-6B3F-48F2-9AEB-B84E5B9B374D}">
      <dgm:prSet/>
      <dgm:spPr/>
      <dgm:t>
        <a:bodyPr/>
        <a:lstStyle/>
        <a:p>
          <a:endParaRPr lang="en-US"/>
        </a:p>
      </dgm:t>
    </dgm:pt>
    <dgm:pt modelId="{56702223-42AD-4207-BCF3-3AEB3A9BD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DEED</a:t>
          </a:r>
        </a:p>
      </dgm:t>
    </dgm:pt>
    <dgm:pt modelId="{6D44660D-BF3D-40C1-A1E5-9185A2AFE317}" type="parTrans" cxnId="{397FA112-0738-4E18-8B5B-4F2054A6009D}">
      <dgm:prSet/>
      <dgm:spPr/>
      <dgm:t>
        <a:bodyPr/>
        <a:lstStyle/>
        <a:p>
          <a:endParaRPr lang="en-US"/>
        </a:p>
      </dgm:t>
    </dgm:pt>
    <dgm:pt modelId="{D5DB60C8-6A66-4444-8DDD-CDEDA215B74B}" type="sibTrans" cxnId="{397FA112-0738-4E18-8B5B-4F2054A6009D}">
      <dgm:prSet/>
      <dgm:spPr/>
      <dgm:t>
        <a:bodyPr/>
        <a:lstStyle/>
        <a:p>
          <a:endParaRPr lang="en-US"/>
        </a:p>
      </dgm:t>
    </dgm:pt>
    <dgm:pt modelId="{1AA27582-3898-484A-B2B3-E383505211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Local communities</a:t>
          </a:r>
        </a:p>
      </dgm:t>
    </dgm:pt>
    <dgm:pt modelId="{679DE6E9-D562-4E83-8031-6001D9BD30FD}" type="parTrans" cxnId="{522CA2C4-D99B-402D-B4EA-87F2297E74EC}">
      <dgm:prSet/>
      <dgm:spPr/>
      <dgm:t>
        <a:bodyPr/>
        <a:lstStyle/>
        <a:p>
          <a:endParaRPr lang="en-US"/>
        </a:p>
      </dgm:t>
    </dgm:pt>
    <dgm:pt modelId="{C3A87710-1155-497E-B8DE-A668356A95BF}" type="sibTrans" cxnId="{522CA2C4-D99B-402D-B4EA-87F2297E74EC}">
      <dgm:prSet/>
      <dgm:spPr/>
      <dgm:t>
        <a:bodyPr/>
        <a:lstStyle/>
        <a:p>
          <a:endParaRPr lang="en-US"/>
        </a:p>
      </dgm:t>
    </dgm:pt>
    <dgm:pt modelId="{7A164EE1-795C-45BF-AF0E-2FA1C2CBB9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Local Colleges</a:t>
          </a:r>
        </a:p>
      </dgm:t>
    </dgm:pt>
    <dgm:pt modelId="{47DDC245-BD17-4679-AD1A-792E3054522B}" type="parTrans" cxnId="{BFC921AE-F868-4011-9EFE-4D35DB231630}">
      <dgm:prSet/>
      <dgm:spPr/>
      <dgm:t>
        <a:bodyPr/>
        <a:lstStyle/>
        <a:p>
          <a:endParaRPr lang="en-US"/>
        </a:p>
      </dgm:t>
    </dgm:pt>
    <dgm:pt modelId="{6DFE453C-6E32-4DED-858C-A83A8720D436}" type="sibTrans" cxnId="{BFC921AE-F868-4011-9EFE-4D35DB231630}">
      <dgm:prSet/>
      <dgm:spPr/>
      <dgm:t>
        <a:bodyPr/>
        <a:lstStyle/>
        <a:p>
          <a:endParaRPr lang="en-US"/>
        </a:p>
      </dgm:t>
    </dgm:pt>
    <dgm:pt modelId="{4CAFC8F5-9CF2-4503-9497-D10C1BC65C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Local High schools</a:t>
          </a:r>
        </a:p>
      </dgm:t>
    </dgm:pt>
    <dgm:pt modelId="{7D8D034D-22D9-40AB-B574-3EFCFAAE1298}" type="parTrans" cxnId="{D8F8CF92-D15A-45AD-821A-53B2A9806938}">
      <dgm:prSet/>
      <dgm:spPr/>
      <dgm:t>
        <a:bodyPr/>
        <a:lstStyle/>
        <a:p>
          <a:endParaRPr lang="en-US"/>
        </a:p>
      </dgm:t>
    </dgm:pt>
    <dgm:pt modelId="{CE321EA4-33D2-4441-A628-78554BB61F24}" type="sibTrans" cxnId="{D8F8CF92-D15A-45AD-821A-53B2A9806938}">
      <dgm:prSet/>
      <dgm:spPr/>
      <dgm:t>
        <a:bodyPr/>
        <a:lstStyle/>
        <a:p>
          <a:endParaRPr lang="en-US"/>
        </a:p>
      </dgm:t>
    </dgm:pt>
    <dgm:pt modelId="{BA62B477-D6D4-4BDB-9247-C01519B255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Non-profits</a:t>
          </a:r>
        </a:p>
      </dgm:t>
    </dgm:pt>
    <dgm:pt modelId="{4A581048-E549-4F9F-9BC2-C7FAA98AFB5C}" type="parTrans" cxnId="{0A96012C-6DF9-4545-B6F2-461FF67463D4}">
      <dgm:prSet/>
      <dgm:spPr/>
      <dgm:t>
        <a:bodyPr/>
        <a:lstStyle/>
        <a:p>
          <a:endParaRPr lang="en-US"/>
        </a:p>
      </dgm:t>
    </dgm:pt>
    <dgm:pt modelId="{F7C322DA-09B6-45B4-9D3A-71520AD1A417}" type="sibTrans" cxnId="{0A96012C-6DF9-4545-B6F2-461FF67463D4}">
      <dgm:prSet/>
      <dgm:spPr/>
      <dgm:t>
        <a:bodyPr/>
        <a:lstStyle/>
        <a:p>
          <a:endParaRPr lang="en-US"/>
        </a:p>
      </dgm:t>
    </dgm:pt>
    <dgm:pt modelId="{A501217B-453F-461A-83FE-2FC8AC434C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Work-based learning</a:t>
          </a:r>
        </a:p>
      </dgm:t>
    </dgm:pt>
    <dgm:pt modelId="{93B7CA27-4577-4F75-9B8A-769E7FAB4D50}" type="parTrans" cxnId="{05521E9A-A5B2-4D0C-8883-D6C176FC3E18}">
      <dgm:prSet/>
      <dgm:spPr/>
      <dgm:t>
        <a:bodyPr/>
        <a:lstStyle/>
        <a:p>
          <a:endParaRPr lang="en-US"/>
        </a:p>
      </dgm:t>
    </dgm:pt>
    <dgm:pt modelId="{57A13FAD-6D6C-432E-BE09-ED3F513639C4}" type="sibTrans" cxnId="{05521E9A-A5B2-4D0C-8883-D6C176FC3E18}">
      <dgm:prSet/>
      <dgm:spPr/>
      <dgm:t>
        <a:bodyPr/>
        <a:lstStyle/>
        <a:p>
          <a:endParaRPr lang="en-US"/>
        </a:p>
      </dgm:t>
    </dgm:pt>
    <dgm:pt modelId="{713D0CBD-77C5-49F0-9B20-C2F09F295779}" type="pres">
      <dgm:prSet presAssocID="{66D02B1C-C72F-4CAB-8393-1A323AB28669}" presName="root" presStyleCnt="0">
        <dgm:presLayoutVars>
          <dgm:dir/>
          <dgm:resizeHandles val="exact"/>
        </dgm:presLayoutVars>
      </dgm:prSet>
      <dgm:spPr/>
    </dgm:pt>
    <dgm:pt modelId="{8C9A716F-0F23-4F46-BB88-B2A0495C98DB}" type="pres">
      <dgm:prSet presAssocID="{995E7942-F7E3-46F9-A4CF-4D12B564A9E0}" presName="compNode" presStyleCnt="0"/>
      <dgm:spPr/>
    </dgm:pt>
    <dgm:pt modelId="{4756BEE3-84AE-4BF9-BF5E-6A59B731C24D}" type="pres">
      <dgm:prSet presAssocID="{995E7942-F7E3-46F9-A4CF-4D12B564A9E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D1C7C986-3B8E-41E6-AC0A-B9FC40D4E689}" type="pres">
      <dgm:prSet presAssocID="{995E7942-F7E3-46F9-A4CF-4D12B564A9E0}" presName="spaceRect" presStyleCnt="0"/>
      <dgm:spPr/>
    </dgm:pt>
    <dgm:pt modelId="{50FA1F6D-326E-4FD7-B516-0CC2769BFC79}" type="pres">
      <dgm:prSet presAssocID="{995E7942-F7E3-46F9-A4CF-4D12B564A9E0}" presName="textRect" presStyleLbl="revTx" presStyleIdx="0" presStyleCnt="7">
        <dgm:presLayoutVars>
          <dgm:chMax val="1"/>
          <dgm:chPref val="1"/>
        </dgm:presLayoutVars>
      </dgm:prSet>
      <dgm:spPr/>
    </dgm:pt>
    <dgm:pt modelId="{1FD5D454-3A73-4FE2-96F0-B02473783AA8}" type="pres">
      <dgm:prSet presAssocID="{652CE368-1B2A-4F33-8E7C-DA663CFD72D6}" presName="sibTrans" presStyleCnt="0"/>
      <dgm:spPr/>
    </dgm:pt>
    <dgm:pt modelId="{DC1D0189-CD60-45FE-8512-81E8F1B9C9AF}" type="pres">
      <dgm:prSet presAssocID="{56702223-42AD-4207-BCF3-3AEB3A9BD563}" presName="compNode" presStyleCnt="0"/>
      <dgm:spPr/>
    </dgm:pt>
    <dgm:pt modelId="{AB2CD0DC-88AF-4B2E-A65D-03F57B2F72EE}" type="pres">
      <dgm:prSet presAssocID="{56702223-42AD-4207-BCF3-3AEB3A9BD56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 male with solid fill"/>
        </a:ext>
      </dgm:extLst>
    </dgm:pt>
    <dgm:pt modelId="{A10A8511-E996-43A4-AF4D-47D1709A4EE6}" type="pres">
      <dgm:prSet presAssocID="{56702223-42AD-4207-BCF3-3AEB3A9BD563}" presName="spaceRect" presStyleCnt="0"/>
      <dgm:spPr/>
    </dgm:pt>
    <dgm:pt modelId="{45C5B1ED-6061-402A-B296-9924803A5A37}" type="pres">
      <dgm:prSet presAssocID="{56702223-42AD-4207-BCF3-3AEB3A9BD563}" presName="textRect" presStyleLbl="revTx" presStyleIdx="1" presStyleCnt="7">
        <dgm:presLayoutVars>
          <dgm:chMax val="1"/>
          <dgm:chPref val="1"/>
        </dgm:presLayoutVars>
      </dgm:prSet>
      <dgm:spPr/>
    </dgm:pt>
    <dgm:pt modelId="{0297C944-ED01-4E06-BA85-69E5F3C7DEC9}" type="pres">
      <dgm:prSet presAssocID="{D5DB60C8-6A66-4444-8DDD-CDEDA215B74B}" presName="sibTrans" presStyleCnt="0"/>
      <dgm:spPr/>
    </dgm:pt>
    <dgm:pt modelId="{324406FA-AC61-4E89-AF01-D7ECC4E462B0}" type="pres">
      <dgm:prSet presAssocID="{1AA27582-3898-484A-B2B3-E38350521152}" presName="compNode" presStyleCnt="0"/>
      <dgm:spPr/>
    </dgm:pt>
    <dgm:pt modelId="{63B611C0-7CE2-4BE7-910C-D19EB4012F9F}" type="pres">
      <dgm:prSet presAssocID="{1AA27582-3898-484A-B2B3-E3835052115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 with solid fill"/>
        </a:ext>
      </dgm:extLst>
    </dgm:pt>
    <dgm:pt modelId="{D83CBEAA-59C5-44AE-90EF-5AD91D9EED37}" type="pres">
      <dgm:prSet presAssocID="{1AA27582-3898-484A-B2B3-E38350521152}" presName="spaceRect" presStyleCnt="0"/>
      <dgm:spPr/>
    </dgm:pt>
    <dgm:pt modelId="{8AD3AA64-2848-4F05-B82A-F049C1D175F2}" type="pres">
      <dgm:prSet presAssocID="{1AA27582-3898-484A-B2B3-E38350521152}" presName="textRect" presStyleLbl="revTx" presStyleIdx="2" presStyleCnt="7">
        <dgm:presLayoutVars>
          <dgm:chMax val="1"/>
          <dgm:chPref val="1"/>
        </dgm:presLayoutVars>
      </dgm:prSet>
      <dgm:spPr/>
    </dgm:pt>
    <dgm:pt modelId="{89620746-773F-47A7-A2AF-38C3BD398D80}" type="pres">
      <dgm:prSet presAssocID="{C3A87710-1155-497E-B8DE-A668356A95BF}" presName="sibTrans" presStyleCnt="0"/>
      <dgm:spPr/>
    </dgm:pt>
    <dgm:pt modelId="{9AA83F7A-9534-43A3-9F12-BB3266E8B0C7}" type="pres">
      <dgm:prSet presAssocID="{7A164EE1-795C-45BF-AF0E-2FA1C2CBB9C3}" presName="compNode" presStyleCnt="0"/>
      <dgm:spPr/>
    </dgm:pt>
    <dgm:pt modelId="{330D5921-7FE3-4531-BABD-1F04BB5BC566}" type="pres">
      <dgm:prSet presAssocID="{7A164EE1-795C-45BF-AF0E-2FA1C2CBB9C3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D6E19707-71B2-42A6-95EB-F4B96BBD5112}" type="pres">
      <dgm:prSet presAssocID="{7A164EE1-795C-45BF-AF0E-2FA1C2CBB9C3}" presName="spaceRect" presStyleCnt="0"/>
      <dgm:spPr/>
    </dgm:pt>
    <dgm:pt modelId="{32B7E1DA-F856-4303-9752-6DDBBF499ED5}" type="pres">
      <dgm:prSet presAssocID="{7A164EE1-795C-45BF-AF0E-2FA1C2CBB9C3}" presName="textRect" presStyleLbl="revTx" presStyleIdx="3" presStyleCnt="7">
        <dgm:presLayoutVars>
          <dgm:chMax val="1"/>
          <dgm:chPref val="1"/>
        </dgm:presLayoutVars>
      </dgm:prSet>
      <dgm:spPr/>
    </dgm:pt>
    <dgm:pt modelId="{9EEFE74D-B366-49C6-891F-6F0AAEFDD568}" type="pres">
      <dgm:prSet presAssocID="{6DFE453C-6E32-4DED-858C-A83A8720D436}" presName="sibTrans" presStyleCnt="0"/>
      <dgm:spPr/>
    </dgm:pt>
    <dgm:pt modelId="{D103721E-CE27-4ED8-AC87-9B280F32193D}" type="pres">
      <dgm:prSet presAssocID="{4CAFC8F5-9CF2-4503-9497-D10C1BC65CC7}" presName="compNode" presStyleCnt="0"/>
      <dgm:spPr/>
    </dgm:pt>
    <dgm:pt modelId="{C91A62E5-C508-4837-9C69-24FC0A503598}" type="pres">
      <dgm:prSet presAssocID="{4CAFC8F5-9CF2-4503-9497-D10C1BC65CC7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9EE2E2F-9733-42AB-8068-ECC0987F85DE}" type="pres">
      <dgm:prSet presAssocID="{4CAFC8F5-9CF2-4503-9497-D10C1BC65CC7}" presName="spaceRect" presStyleCnt="0"/>
      <dgm:spPr/>
    </dgm:pt>
    <dgm:pt modelId="{EA549969-8324-4A44-A78E-5FC4177FCD07}" type="pres">
      <dgm:prSet presAssocID="{4CAFC8F5-9CF2-4503-9497-D10C1BC65CC7}" presName="textRect" presStyleLbl="revTx" presStyleIdx="4" presStyleCnt="7">
        <dgm:presLayoutVars>
          <dgm:chMax val="1"/>
          <dgm:chPref val="1"/>
        </dgm:presLayoutVars>
      </dgm:prSet>
      <dgm:spPr/>
    </dgm:pt>
    <dgm:pt modelId="{D023C479-EB68-405F-8D21-E97AD973941E}" type="pres">
      <dgm:prSet presAssocID="{CE321EA4-33D2-4441-A628-78554BB61F24}" presName="sibTrans" presStyleCnt="0"/>
      <dgm:spPr/>
    </dgm:pt>
    <dgm:pt modelId="{09DB707C-BD8E-4DD6-92FE-7F5503AA9D49}" type="pres">
      <dgm:prSet presAssocID="{BA62B477-D6D4-4BDB-9247-C01519B25519}" presName="compNode" presStyleCnt="0"/>
      <dgm:spPr/>
    </dgm:pt>
    <dgm:pt modelId="{0BFF3246-AD53-4FE1-8464-8FB5B0AA9734}" type="pres">
      <dgm:prSet presAssocID="{BA62B477-D6D4-4BDB-9247-C01519B2551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9D5C82D8-3C6F-4FF9-8975-C5A084C93FF7}" type="pres">
      <dgm:prSet presAssocID="{BA62B477-D6D4-4BDB-9247-C01519B25519}" presName="spaceRect" presStyleCnt="0"/>
      <dgm:spPr/>
    </dgm:pt>
    <dgm:pt modelId="{F4250258-E997-418D-B5FE-0978B79EB5A7}" type="pres">
      <dgm:prSet presAssocID="{BA62B477-D6D4-4BDB-9247-C01519B25519}" presName="textRect" presStyleLbl="revTx" presStyleIdx="5" presStyleCnt="7">
        <dgm:presLayoutVars>
          <dgm:chMax val="1"/>
          <dgm:chPref val="1"/>
        </dgm:presLayoutVars>
      </dgm:prSet>
      <dgm:spPr/>
    </dgm:pt>
    <dgm:pt modelId="{25A70690-0B79-42F9-89B5-81BEA6FBFEA1}" type="pres">
      <dgm:prSet presAssocID="{F7C322DA-09B6-45B4-9D3A-71520AD1A417}" presName="sibTrans" presStyleCnt="0"/>
      <dgm:spPr/>
    </dgm:pt>
    <dgm:pt modelId="{CB1895A1-C9AF-4EFB-B11B-E3EF9E6DC803}" type="pres">
      <dgm:prSet presAssocID="{A501217B-453F-461A-83FE-2FC8AC434C45}" presName="compNode" presStyleCnt="0"/>
      <dgm:spPr/>
    </dgm:pt>
    <dgm:pt modelId="{ECD75A4C-B172-4076-9B28-C9475584ADC4}" type="pres">
      <dgm:prSet presAssocID="{A501217B-453F-461A-83FE-2FC8AC434C45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66478EA-3AFF-4AFC-8C44-3C38E3279061}" type="pres">
      <dgm:prSet presAssocID="{A501217B-453F-461A-83FE-2FC8AC434C45}" presName="spaceRect" presStyleCnt="0"/>
      <dgm:spPr/>
    </dgm:pt>
    <dgm:pt modelId="{FE812805-9D27-4FFE-8FB9-DC7B4C67528F}" type="pres">
      <dgm:prSet presAssocID="{A501217B-453F-461A-83FE-2FC8AC434C45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9B194400-6B3F-48F2-9AEB-B84E5B9B374D}" srcId="{66D02B1C-C72F-4CAB-8393-1A323AB28669}" destId="{995E7942-F7E3-46F9-A4CF-4D12B564A9E0}" srcOrd="0" destOrd="0" parTransId="{B485B6D9-A192-4F41-A808-5411045E0D7E}" sibTransId="{652CE368-1B2A-4F33-8E7C-DA663CFD72D6}"/>
    <dgm:cxn modelId="{397FA112-0738-4E18-8B5B-4F2054A6009D}" srcId="{66D02B1C-C72F-4CAB-8393-1A323AB28669}" destId="{56702223-42AD-4207-BCF3-3AEB3A9BD563}" srcOrd="1" destOrd="0" parTransId="{6D44660D-BF3D-40C1-A1E5-9185A2AFE317}" sibTransId="{D5DB60C8-6A66-4444-8DDD-CDEDA215B74B}"/>
    <dgm:cxn modelId="{0A96012C-6DF9-4545-B6F2-461FF67463D4}" srcId="{66D02B1C-C72F-4CAB-8393-1A323AB28669}" destId="{BA62B477-D6D4-4BDB-9247-C01519B25519}" srcOrd="5" destOrd="0" parTransId="{4A581048-E549-4F9F-9BC2-C7FAA98AFB5C}" sibTransId="{F7C322DA-09B6-45B4-9D3A-71520AD1A417}"/>
    <dgm:cxn modelId="{4CAEA737-BD81-4BC6-8494-4AF75C4803F2}" type="presOf" srcId="{995E7942-F7E3-46F9-A4CF-4D12B564A9E0}" destId="{50FA1F6D-326E-4FD7-B516-0CC2769BFC79}" srcOrd="0" destOrd="0" presId="urn:microsoft.com/office/officeart/2018/2/layout/IconLabelList"/>
    <dgm:cxn modelId="{263BBD4C-E0DB-443D-850B-06472AB84556}" type="presOf" srcId="{66D02B1C-C72F-4CAB-8393-1A323AB28669}" destId="{713D0CBD-77C5-49F0-9B20-C2F09F295779}" srcOrd="0" destOrd="0" presId="urn:microsoft.com/office/officeart/2018/2/layout/IconLabelList"/>
    <dgm:cxn modelId="{D71ABD8C-A788-4BE8-BEA8-C6AAEA1F4B68}" type="presOf" srcId="{1AA27582-3898-484A-B2B3-E38350521152}" destId="{8AD3AA64-2848-4F05-B82A-F049C1D175F2}" srcOrd="0" destOrd="0" presId="urn:microsoft.com/office/officeart/2018/2/layout/IconLabelList"/>
    <dgm:cxn modelId="{E887468D-0260-4200-9DFB-E264DB156B8A}" type="presOf" srcId="{4CAFC8F5-9CF2-4503-9497-D10C1BC65CC7}" destId="{EA549969-8324-4A44-A78E-5FC4177FCD07}" srcOrd="0" destOrd="0" presId="urn:microsoft.com/office/officeart/2018/2/layout/IconLabelList"/>
    <dgm:cxn modelId="{D8F8CF92-D15A-45AD-821A-53B2A9806938}" srcId="{66D02B1C-C72F-4CAB-8393-1A323AB28669}" destId="{4CAFC8F5-9CF2-4503-9497-D10C1BC65CC7}" srcOrd="4" destOrd="0" parTransId="{7D8D034D-22D9-40AB-B574-3EFCFAAE1298}" sibTransId="{CE321EA4-33D2-4441-A628-78554BB61F24}"/>
    <dgm:cxn modelId="{05521E9A-A5B2-4D0C-8883-D6C176FC3E18}" srcId="{66D02B1C-C72F-4CAB-8393-1A323AB28669}" destId="{A501217B-453F-461A-83FE-2FC8AC434C45}" srcOrd="6" destOrd="0" parTransId="{93B7CA27-4577-4F75-9B8A-769E7FAB4D50}" sibTransId="{57A13FAD-6D6C-432E-BE09-ED3F513639C4}"/>
    <dgm:cxn modelId="{BFC921AE-F868-4011-9EFE-4D35DB231630}" srcId="{66D02B1C-C72F-4CAB-8393-1A323AB28669}" destId="{7A164EE1-795C-45BF-AF0E-2FA1C2CBB9C3}" srcOrd="3" destOrd="0" parTransId="{47DDC245-BD17-4679-AD1A-792E3054522B}" sibTransId="{6DFE453C-6E32-4DED-858C-A83A8720D436}"/>
    <dgm:cxn modelId="{522CA2C4-D99B-402D-B4EA-87F2297E74EC}" srcId="{66D02B1C-C72F-4CAB-8393-1A323AB28669}" destId="{1AA27582-3898-484A-B2B3-E38350521152}" srcOrd="2" destOrd="0" parTransId="{679DE6E9-D562-4E83-8031-6001D9BD30FD}" sibTransId="{C3A87710-1155-497E-B8DE-A668356A95BF}"/>
    <dgm:cxn modelId="{1FBCEAD1-5516-4A0E-882E-1DA5CDB24B99}" type="presOf" srcId="{56702223-42AD-4207-BCF3-3AEB3A9BD563}" destId="{45C5B1ED-6061-402A-B296-9924803A5A37}" srcOrd="0" destOrd="0" presId="urn:microsoft.com/office/officeart/2018/2/layout/IconLabelList"/>
    <dgm:cxn modelId="{089FB2D8-5D05-4873-8A07-EDB73C434309}" type="presOf" srcId="{7A164EE1-795C-45BF-AF0E-2FA1C2CBB9C3}" destId="{32B7E1DA-F856-4303-9752-6DDBBF499ED5}" srcOrd="0" destOrd="0" presId="urn:microsoft.com/office/officeart/2018/2/layout/IconLabelList"/>
    <dgm:cxn modelId="{D1A299E7-8C41-44EF-832A-B8CA59DB9703}" type="presOf" srcId="{BA62B477-D6D4-4BDB-9247-C01519B25519}" destId="{F4250258-E997-418D-B5FE-0978B79EB5A7}" srcOrd="0" destOrd="0" presId="urn:microsoft.com/office/officeart/2018/2/layout/IconLabelList"/>
    <dgm:cxn modelId="{93EBFCF1-2D91-4A82-B47B-2C042382FD7A}" type="presOf" srcId="{A501217B-453F-461A-83FE-2FC8AC434C45}" destId="{FE812805-9D27-4FFE-8FB9-DC7B4C67528F}" srcOrd="0" destOrd="0" presId="urn:microsoft.com/office/officeart/2018/2/layout/IconLabelList"/>
    <dgm:cxn modelId="{387D3162-7637-44C9-A8AB-95B2CA20AC57}" type="presParOf" srcId="{713D0CBD-77C5-49F0-9B20-C2F09F295779}" destId="{8C9A716F-0F23-4F46-BB88-B2A0495C98DB}" srcOrd="0" destOrd="0" presId="urn:microsoft.com/office/officeart/2018/2/layout/IconLabelList"/>
    <dgm:cxn modelId="{837F6A07-B137-49EE-81F5-711AC71793C3}" type="presParOf" srcId="{8C9A716F-0F23-4F46-BB88-B2A0495C98DB}" destId="{4756BEE3-84AE-4BF9-BF5E-6A59B731C24D}" srcOrd="0" destOrd="0" presId="urn:microsoft.com/office/officeart/2018/2/layout/IconLabelList"/>
    <dgm:cxn modelId="{3EBBABF1-1F7D-4A08-B36E-4D236F37AF22}" type="presParOf" srcId="{8C9A716F-0F23-4F46-BB88-B2A0495C98DB}" destId="{D1C7C986-3B8E-41E6-AC0A-B9FC40D4E689}" srcOrd="1" destOrd="0" presId="urn:microsoft.com/office/officeart/2018/2/layout/IconLabelList"/>
    <dgm:cxn modelId="{384B9E3F-2C16-4B01-998A-F3C36502EF38}" type="presParOf" srcId="{8C9A716F-0F23-4F46-BB88-B2A0495C98DB}" destId="{50FA1F6D-326E-4FD7-B516-0CC2769BFC79}" srcOrd="2" destOrd="0" presId="urn:microsoft.com/office/officeart/2018/2/layout/IconLabelList"/>
    <dgm:cxn modelId="{5E6E357C-AE89-40E9-BCC3-1156A60CBD04}" type="presParOf" srcId="{713D0CBD-77C5-49F0-9B20-C2F09F295779}" destId="{1FD5D454-3A73-4FE2-96F0-B02473783AA8}" srcOrd="1" destOrd="0" presId="urn:microsoft.com/office/officeart/2018/2/layout/IconLabelList"/>
    <dgm:cxn modelId="{4342D3BD-1E4A-4E8F-B1D1-5A77EBFD26CB}" type="presParOf" srcId="{713D0CBD-77C5-49F0-9B20-C2F09F295779}" destId="{DC1D0189-CD60-45FE-8512-81E8F1B9C9AF}" srcOrd="2" destOrd="0" presId="urn:microsoft.com/office/officeart/2018/2/layout/IconLabelList"/>
    <dgm:cxn modelId="{E78D1C2F-7D9C-48CB-ACA0-A8DA5BC239F0}" type="presParOf" srcId="{DC1D0189-CD60-45FE-8512-81E8F1B9C9AF}" destId="{AB2CD0DC-88AF-4B2E-A65D-03F57B2F72EE}" srcOrd="0" destOrd="0" presId="urn:microsoft.com/office/officeart/2018/2/layout/IconLabelList"/>
    <dgm:cxn modelId="{22F0EA77-BFF0-492B-98DB-8CDB206694BD}" type="presParOf" srcId="{DC1D0189-CD60-45FE-8512-81E8F1B9C9AF}" destId="{A10A8511-E996-43A4-AF4D-47D1709A4EE6}" srcOrd="1" destOrd="0" presId="urn:microsoft.com/office/officeart/2018/2/layout/IconLabelList"/>
    <dgm:cxn modelId="{C570CEB1-4F37-45B8-B0FA-B3F355DDCD98}" type="presParOf" srcId="{DC1D0189-CD60-45FE-8512-81E8F1B9C9AF}" destId="{45C5B1ED-6061-402A-B296-9924803A5A37}" srcOrd="2" destOrd="0" presId="urn:microsoft.com/office/officeart/2018/2/layout/IconLabelList"/>
    <dgm:cxn modelId="{A7A7F732-1A04-492B-81A4-133F88C78357}" type="presParOf" srcId="{713D0CBD-77C5-49F0-9B20-C2F09F295779}" destId="{0297C944-ED01-4E06-BA85-69E5F3C7DEC9}" srcOrd="3" destOrd="0" presId="urn:microsoft.com/office/officeart/2018/2/layout/IconLabelList"/>
    <dgm:cxn modelId="{D9579984-F15D-4634-B03A-5750A4B5E6E9}" type="presParOf" srcId="{713D0CBD-77C5-49F0-9B20-C2F09F295779}" destId="{324406FA-AC61-4E89-AF01-D7ECC4E462B0}" srcOrd="4" destOrd="0" presId="urn:microsoft.com/office/officeart/2018/2/layout/IconLabelList"/>
    <dgm:cxn modelId="{AEDA0B54-1EED-420B-8071-DD3E5FBCCBE2}" type="presParOf" srcId="{324406FA-AC61-4E89-AF01-D7ECC4E462B0}" destId="{63B611C0-7CE2-4BE7-910C-D19EB4012F9F}" srcOrd="0" destOrd="0" presId="urn:microsoft.com/office/officeart/2018/2/layout/IconLabelList"/>
    <dgm:cxn modelId="{7A4D7550-4FD8-4F33-93A5-FACFEE9CCD84}" type="presParOf" srcId="{324406FA-AC61-4E89-AF01-D7ECC4E462B0}" destId="{D83CBEAA-59C5-44AE-90EF-5AD91D9EED37}" srcOrd="1" destOrd="0" presId="urn:microsoft.com/office/officeart/2018/2/layout/IconLabelList"/>
    <dgm:cxn modelId="{55DA99D8-0FA9-4A37-92D6-4932FCE3A036}" type="presParOf" srcId="{324406FA-AC61-4E89-AF01-D7ECC4E462B0}" destId="{8AD3AA64-2848-4F05-B82A-F049C1D175F2}" srcOrd="2" destOrd="0" presId="urn:microsoft.com/office/officeart/2018/2/layout/IconLabelList"/>
    <dgm:cxn modelId="{8C01D348-9BF5-44EB-BFB3-4D00A693F198}" type="presParOf" srcId="{713D0CBD-77C5-49F0-9B20-C2F09F295779}" destId="{89620746-773F-47A7-A2AF-38C3BD398D80}" srcOrd="5" destOrd="0" presId="urn:microsoft.com/office/officeart/2018/2/layout/IconLabelList"/>
    <dgm:cxn modelId="{2BBA6D9F-D2FD-4738-8115-938D0D075D9C}" type="presParOf" srcId="{713D0CBD-77C5-49F0-9B20-C2F09F295779}" destId="{9AA83F7A-9534-43A3-9F12-BB3266E8B0C7}" srcOrd="6" destOrd="0" presId="urn:microsoft.com/office/officeart/2018/2/layout/IconLabelList"/>
    <dgm:cxn modelId="{CA36D219-BF49-4EE9-880E-5691DE6E06F1}" type="presParOf" srcId="{9AA83F7A-9534-43A3-9F12-BB3266E8B0C7}" destId="{330D5921-7FE3-4531-BABD-1F04BB5BC566}" srcOrd="0" destOrd="0" presId="urn:microsoft.com/office/officeart/2018/2/layout/IconLabelList"/>
    <dgm:cxn modelId="{3468B90B-3682-4767-8ABC-EF0ED1E766EA}" type="presParOf" srcId="{9AA83F7A-9534-43A3-9F12-BB3266E8B0C7}" destId="{D6E19707-71B2-42A6-95EB-F4B96BBD5112}" srcOrd="1" destOrd="0" presId="urn:microsoft.com/office/officeart/2018/2/layout/IconLabelList"/>
    <dgm:cxn modelId="{30C734E6-92B3-4A5E-A890-D9F7B62236F3}" type="presParOf" srcId="{9AA83F7A-9534-43A3-9F12-BB3266E8B0C7}" destId="{32B7E1DA-F856-4303-9752-6DDBBF499ED5}" srcOrd="2" destOrd="0" presId="urn:microsoft.com/office/officeart/2018/2/layout/IconLabelList"/>
    <dgm:cxn modelId="{17AF03AD-4A5A-4D54-9033-DAED2333FF58}" type="presParOf" srcId="{713D0CBD-77C5-49F0-9B20-C2F09F295779}" destId="{9EEFE74D-B366-49C6-891F-6F0AAEFDD568}" srcOrd="7" destOrd="0" presId="urn:microsoft.com/office/officeart/2018/2/layout/IconLabelList"/>
    <dgm:cxn modelId="{FC33FF75-2478-4481-A95C-F6EC40A78184}" type="presParOf" srcId="{713D0CBD-77C5-49F0-9B20-C2F09F295779}" destId="{D103721E-CE27-4ED8-AC87-9B280F32193D}" srcOrd="8" destOrd="0" presId="urn:microsoft.com/office/officeart/2018/2/layout/IconLabelList"/>
    <dgm:cxn modelId="{159626BA-010A-4C67-872B-002009BA011D}" type="presParOf" srcId="{D103721E-CE27-4ED8-AC87-9B280F32193D}" destId="{C91A62E5-C508-4837-9C69-24FC0A503598}" srcOrd="0" destOrd="0" presId="urn:microsoft.com/office/officeart/2018/2/layout/IconLabelList"/>
    <dgm:cxn modelId="{85E7CF0B-204E-4A59-B3D6-DE41D00018E8}" type="presParOf" srcId="{D103721E-CE27-4ED8-AC87-9B280F32193D}" destId="{49EE2E2F-9733-42AB-8068-ECC0987F85DE}" srcOrd="1" destOrd="0" presId="urn:microsoft.com/office/officeart/2018/2/layout/IconLabelList"/>
    <dgm:cxn modelId="{60FF781B-68DB-482B-AE8B-2B16BAE8C5A4}" type="presParOf" srcId="{D103721E-CE27-4ED8-AC87-9B280F32193D}" destId="{EA549969-8324-4A44-A78E-5FC4177FCD07}" srcOrd="2" destOrd="0" presId="urn:microsoft.com/office/officeart/2018/2/layout/IconLabelList"/>
    <dgm:cxn modelId="{5ED9B8C4-C1CC-44DE-9B0A-B98C441F4446}" type="presParOf" srcId="{713D0CBD-77C5-49F0-9B20-C2F09F295779}" destId="{D023C479-EB68-405F-8D21-E97AD973941E}" srcOrd="9" destOrd="0" presId="urn:microsoft.com/office/officeart/2018/2/layout/IconLabelList"/>
    <dgm:cxn modelId="{A385B426-B9A3-47DD-85F6-F1AD11F3D24B}" type="presParOf" srcId="{713D0CBD-77C5-49F0-9B20-C2F09F295779}" destId="{09DB707C-BD8E-4DD6-92FE-7F5503AA9D49}" srcOrd="10" destOrd="0" presId="urn:microsoft.com/office/officeart/2018/2/layout/IconLabelList"/>
    <dgm:cxn modelId="{4FFF6F25-3679-4C51-AEDB-A8DB66E6D5D1}" type="presParOf" srcId="{09DB707C-BD8E-4DD6-92FE-7F5503AA9D49}" destId="{0BFF3246-AD53-4FE1-8464-8FB5B0AA9734}" srcOrd="0" destOrd="0" presId="urn:microsoft.com/office/officeart/2018/2/layout/IconLabelList"/>
    <dgm:cxn modelId="{ADDC0852-D734-4F68-9D7C-061D810748E3}" type="presParOf" srcId="{09DB707C-BD8E-4DD6-92FE-7F5503AA9D49}" destId="{9D5C82D8-3C6F-4FF9-8975-C5A084C93FF7}" srcOrd="1" destOrd="0" presId="urn:microsoft.com/office/officeart/2018/2/layout/IconLabelList"/>
    <dgm:cxn modelId="{64E208EF-8551-4985-AC8C-8A87A688B83F}" type="presParOf" srcId="{09DB707C-BD8E-4DD6-92FE-7F5503AA9D49}" destId="{F4250258-E997-418D-B5FE-0978B79EB5A7}" srcOrd="2" destOrd="0" presId="urn:microsoft.com/office/officeart/2018/2/layout/IconLabelList"/>
    <dgm:cxn modelId="{89D2D97F-06B8-4FA9-9A83-F357481233E8}" type="presParOf" srcId="{713D0CBD-77C5-49F0-9B20-C2F09F295779}" destId="{25A70690-0B79-42F9-89B5-81BEA6FBFEA1}" srcOrd="11" destOrd="0" presId="urn:microsoft.com/office/officeart/2018/2/layout/IconLabelList"/>
    <dgm:cxn modelId="{AA2F50C6-1D6A-442F-B68B-3F045C3A9350}" type="presParOf" srcId="{713D0CBD-77C5-49F0-9B20-C2F09F295779}" destId="{CB1895A1-C9AF-4EFB-B11B-E3EF9E6DC803}" srcOrd="12" destOrd="0" presId="urn:microsoft.com/office/officeart/2018/2/layout/IconLabelList"/>
    <dgm:cxn modelId="{82F34017-D2CF-4271-B482-BA2C0A966DA0}" type="presParOf" srcId="{CB1895A1-C9AF-4EFB-B11B-E3EF9E6DC803}" destId="{ECD75A4C-B172-4076-9B28-C9475584ADC4}" srcOrd="0" destOrd="0" presId="urn:microsoft.com/office/officeart/2018/2/layout/IconLabelList"/>
    <dgm:cxn modelId="{189C19EF-5E5E-474E-BED1-41EC9F147E97}" type="presParOf" srcId="{CB1895A1-C9AF-4EFB-B11B-E3EF9E6DC803}" destId="{366478EA-3AFF-4AFC-8C44-3C38E3279061}" srcOrd="1" destOrd="0" presId="urn:microsoft.com/office/officeart/2018/2/layout/IconLabelList"/>
    <dgm:cxn modelId="{C925D4BE-78D4-418C-9A3D-94140BDE41B0}" type="presParOf" srcId="{CB1895A1-C9AF-4EFB-B11B-E3EF9E6DC803}" destId="{FE812805-9D27-4FFE-8FB9-DC7B4C67528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03A4C25-0D38-D346-9F46-BA306173D3C7}" type="doc">
      <dgm:prSet loTypeId="urn:microsoft.com/office/officeart/2009/3/layout/Horizontal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FE06B4-4EB6-AA46-932A-74FC7155657F}">
      <dgm:prSet phldrT="[Text]"/>
      <dgm:spPr/>
      <dgm:t>
        <a:bodyPr/>
        <a:lstStyle/>
        <a:p>
          <a:r>
            <a:rPr lang="en-US" dirty="0"/>
            <a:t>Higher CTE engagement</a:t>
          </a:r>
        </a:p>
      </dgm:t>
    </dgm:pt>
    <dgm:pt modelId="{33F72796-A3FE-5D4C-84AD-DD9B8385EEBD}" type="parTrans" cxnId="{D406C91C-936B-E44E-9A4E-0CFAB7051A58}">
      <dgm:prSet/>
      <dgm:spPr/>
      <dgm:t>
        <a:bodyPr/>
        <a:lstStyle/>
        <a:p>
          <a:endParaRPr lang="en-US"/>
        </a:p>
      </dgm:t>
    </dgm:pt>
    <dgm:pt modelId="{135DF17E-4445-AB48-8050-D3C60D625A57}" type="sibTrans" cxnId="{D406C91C-936B-E44E-9A4E-0CFAB7051A58}">
      <dgm:prSet/>
      <dgm:spPr/>
      <dgm:t>
        <a:bodyPr/>
        <a:lstStyle/>
        <a:p>
          <a:endParaRPr lang="en-US"/>
        </a:p>
      </dgm:t>
    </dgm:pt>
    <dgm:pt modelId="{E6BB94A7-E21D-CF41-8161-5023F725E009}">
      <dgm:prSet phldrT="[Text]"/>
      <dgm:spPr/>
      <dgm:t>
        <a:bodyPr/>
        <a:lstStyle/>
        <a:p>
          <a:r>
            <a:rPr lang="en-US" dirty="0"/>
            <a:t>Associate degree or less</a:t>
          </a:r>
        </a:p>
      </dgm:t>
    </dgm:pt>
    <dgm:pt modelId="{4C4593FB-BD99-5F44-988D-D3E356E03708}" type="parTrans" cxnId="{5544CC55-E89D-E94F-9430-E62DE5E2DDC6}">
      <dgm:prSet/>
      <dgm:spPr/>
      <dgm:t>
        <a:bodyPr/>
        <a:lstStyle/>
        <a:p>
          <a:endParaRPr lang="en-US"/>
        </a:p>
      </dgm:t>
    </dgm:pt>
    <dgm:pt modelId="{8F0635DD-58FE-AA4F-854F-BE5F2B852834}" type="sibTrans" cxnId="{5544CC55-E89D-E94F-9430-E62DE5E2DDC6}">
      <dgm:prSet/>
      <dgm:spPr/>
      <dgm:t>
        <a:bodyPr/>
        <a:lstStyle/>
        <a:p>
          <a:endParaRPr lang="en-US"/>
        </a:p>
      </dgm:t>
    </dgm:pt>
    <dgm:pt modelId="{45FDCEB0-698D-794A-A9CA-7E2CB34BF133}">
      <dgm:prSet phldrT="[Text]"/>
      <dgm:spPr/>
      <dgm:t>
        <a:bodyPr/>
        <a:lstStyle/>
        <a:p>
          <a:r>
            <a:rPr lang="en-US" dirty="0"/>
            <a:t>Graduate from a Central College</a:t>
          </a:r>
        </a:p>
      </dgm:t>
    </dgm:pt>
    <dgm:pt modelId="{006F66C3-FAA6-ED43-ACE9-3C66DC822EAB}" type="parTrans" cxnId="{062E6874-6F6D-0F43-86C5-9EF99C494C24}">
      <dgm:prSet/>
      <dgm:spPr/>
      <dgm:t>
        <a:bodyPr/>
        <a:lstStyle/>
        <a:p>
          <a:endParaRPr lang="en-US"/>
        </a:p>
      </dgm:t>
    </dgm:pt>
    <dgm:pt modelId="{2CC72DFF-22C5-3045-91F5-8C6BD14C7004}" type="sibTrans" cxnId="{062E6874-6F6D-0F43-86C5-9EF99C494C24}">
      <dgm:prSet/>
      <dgm:spPr/>
      <dgm:t>
        <a:bodyPr/>
        <a:lstStyle/>
        <a:p>
          <a:endParaRPr lang="en-US"/>
        </a:p>
      </dgm:t>
    </dgm:pt>
    <dgm:pt modelId="{29906B1E-1549-5D46-B150-D1E7C4162719}" type="pres">
      <dgm:prSet presAssocID="{A03A4C25-0D38-D346-9F46-BA306173D3C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1F48C40-43CA-3D46-814D-03C6041861DB}" type="pres">
      <dgm:prSet presAssocID="{5AFE06B4-4EB6-AA46-932A-74FC7155657F}" presName="hierRoot1" presStyleCnt="0">
        <dgm:presLayoutVars>
          <dgm:hierBranch val="init"/>
        </dgm:presLayoutVars>
      </dgm:prSet>
      <dgm:spPr/>
    </dgm:pt>
    <dgm:pt modelId="{CD153E57-5B22-6645-A3C7-94A758147A39}" type="pres">
      <dgm:prSet presAssocID="{5AFE06B4-4EB6-AA46-932A-74FC7155657F}" presName="rootComposite1" presStyleCnt="0"/>
      <dgm:spPr/>
    </dgm:pt>
    <dgm:pt modelId="{05675D5A-ABE8-3347-BE25-2C99AD040281}" type="pres">
      <dgm:prSet presAssocID="{5AFE06B4-4EB6-AA46-932A-74FC7155657F}" presName="rootText1" presStyleLbl="node0" presStyleIdx="0" presStyleCnt="1">
        <dgm:presLayoutVars>
          <dgm:chPref val="3"/>
        </dgm:presLayoutVars>
      </dgm:prSet>
      <dgm:spPr/>
    </dgm:pt>
    <dgm:pt modelId="{571C6004-6A45-E848-A4F1-358632BC04B8}" type="pres">
      <dgm:prSet presAssocID="{5AFE06B4-4EB6-AA46-932A-74FC7155657F}" presName="rootConnector1" presStyleLbl="node1" presStyleIdx="0" presStyleCnt="0"/>
      <dgm:spPr/>
    </dgm:pt>
    <dgm:pt modelId="{A2F904A9-42FF-5F4C-978F-FF3261E16EF6}" type="pres">
      <dgm:prSet presAssocID="{5AFE06B4-4EB6-AA46-932A-74FC7155657F}" presName="hierChild2" presStyleCnt="0"/>
      <dgm:spPr/>
    </dgm:pt>
    <dgm:pt modelId="{350E3344-C5BF-BD40-99B9-DA31E86B2D60}" type="pres">
      <dgm:prSet presAssocID="{4C4593FB-BD99-5F44-988D-D3E356E03708}" presName="Name64" presStyleLbl="parChTrans1D2" presStyleIdx="0" presStyleCnt="2"/>
      <dgm:spPr/>
    </dgm:pt>
    <dgm:pt modelId="{4164E257-D1AE-FA43-9059-42F61DEAB056}" type="pres">
      <dgm:prSet presAssocID="{E6BB94A7-E21D-CF41-8161-5023F725E009}" presName="hierRoot2" presStyleCnt="0">
        <dgm:presLayoutVars>
          <dgm:hierBranch val="init"/>
        </dgm:presLayoutVars>
      </dgm:prSet>
      <dgm:spPr/>
    </dgm:pt>
    <dgm:pt modelId="{8E09279E-CC58-0846-B5BF-A65C8A98BC13}" type="pres">
      <dgm:prSet presAssocID="{E6BB94A7-E21D-CF41-8161-5023F725E009}" presName="rootComposite" presStyleCnt="0"/>
      <dgm:spPr/>
    </dgm:pt>
    <dgm:pt modelId="{42F8EC36-963D-544E-9F2C-22A6EBE53840}" type="pres">
      <dgm:prSet presAssocID="{E6BB94A7-E21D-CF41-8161-5023F725E009}" presName="rootText" presStyleLbl="node2" presStyleIdx="0" presStyleCnt="2">
        <dgm:presLayoutVars>
          <dgm:chPref val="3"/>
        </dgm:presLayoutVars>
      </dgm:prSet>
      <dgm:spPr/>
    </dgm:pt>
    <dgm:pt modelId="{2E0154C5-A5B6-AD44-B710-7B2549BA5D13}" type="pres">
      <dgm:prSet presAssocID="{E6BB94A7-E21D-CF41-8161-5023F725E009}" presName="rootConnector" presStyleLbl="node2" presStyleIdx="0" presStyleCnt="2"/>
      <dgm:spPr/>
    </dgm:pt>
    <dgm:pt modelId="{16973BE0-B8C5-9345-95B8-DE6C7315E7DD}" type="pres">
      <dgm:prSet presAssocID="{E6BB94A7-E21D-CF41-8161-5023F725E009}" presName="hierChild4" presStyleCnt="0"/>
      <dgm:spPr/>
    </dgm:pt>
    <dgm:pt modelId="{FF2C992A-DC26-BB48-8A29-A284F6F8F8BB}" type="pres">
      <dgm:prSet presAssocID="{E6BB94A7-E21D-CF41-8161-5023F725E009}" presName="hierChild5" presStyleCnt="0"/>
      <dgm:spPr/>
    </dgm:pt>
    <dgm:pt modelId="{8635DEA2-FCB8-F94E-A623-16A544042C03}" type="pres">
      <dgm:prSet presAssocID="{006F66C3-FAA6-ED43-ACE9-3C66DC822EAB}" presName="Name64" presStyleLbl="parChTrans1D2" presStyleIdx="1" presStyleCnt="2"/>
      <dgm:spPr/>
    </dgm:pt>
    <dgm:pt modelId="{7B93B3FB-CFE2-1E4C-B177-B347509F0514}" type="pres">
      <dgm:prSet presAssocID="{45FDCEB0-698D-794A-A9CA-7E2CB34BF133}" presName="hierRoot2" presStyleCnt="0">
        <dgm:presLayoutVars>
          <dgm:hierBranch val="init"/>
        </dgm:presLayoutVars>
      </dgm:prSet>
      <dgm:spPr/>
    </dgm:pt>
    <dgm:pt modelId="{CB8DE58A-6599-6D4A-B341-36EFEB100773}" type="pres">
      <dgm:prSet presAssocID="{45FDCEB0-698D-794A-A9CA-7E2CB34BF133}" presName="rootComposite" presStyleCnt="0"/>
      <dgm:spPr/>
    </dgm:pt>
    <dgm:pt modelId="{3DBAF7F7-CBDF-5A4F-A7BC-7D41A7FD7A29}" type="pres">
      <dgm:prSet presAssocID="{45FDCEB0-698D-794A-A9CA-7E2CB34BF133}" presName="rootText" presStyleLbl="node2" presStyleIdx="1" presStyleCnt="2">
        <dgm:presLayoutVars>
          <dgm:chPref val="3"/>
        </dgm:presLayoutVars>
      </dgm:prSet>
      <dgm:spPr/>
    </dgm:pt>
    <dgm:pt modelId="{82AC5C92-D061-7448-8C24-1698E24423EA}" type="pres">
      <dgm:prSet presAssocID="{45FDCEB0-698D-794A-A9CA-7E2CB34BF133}" presName="rootConnector" presStyleLbl="node2" presStyleIdx="1" presStyleCnt="2"/>
      <dgm:spPr/>
    </dgm:pt>
    <dgm:pt modelId="{294B12F9-9581-F84C-937B-F11A635C988A}" type="pres">
      <dgm:prSet presAssocID="{45FDCEB0-698D-794A-A9CA-7E2CB34BF133}" presName="hierChild4" presStyleCnt="0"/>
      <dgm:spPr/>
    </dgm:pt>
    <dgm:pt modelId="{17171432-ECC5-6F46-BDF5-0F0C2E94493F}" type="pres">
      <dgm:prSet presAssocID="{45FDCEB0-698D-794A-A9CA-7E2CB34BF133}" presName="hierChild5" presStyleCnt="0"/>
      <dgm:spPr/>
    </dgm:pt>
    <dgm:pt modelId="{8FC2C464-EAF3-8740-A851-20B8DA529956}" type="pres">
      <dgm:prSet presAssocID="{5AFE06B4-4EB6-AA46-932A-74FC7155657F}" presName="hierChild3" presStyleCnt="0"/>
      <dgm:spPr/>
    </dgm:pt>
  </dgm:ptLst>
  <dgm:cxnLst>
    <dgm:cxn modelId="{845CF208-121B-074C-81E7-2329BA4491B5}" type="presOf" srcId="{5AFE06B4-4EB6-AA46-932A-74FC7155657F}" destId="{571C6004-6A45-E848-A4F1-358632BC04B8}" srcOrd="1" destOrd="0" presId="urn:microsoft.com/office/officeart/2009/3/layout/HorizontalOrganizationChart"/>
    <dgm:cxn modelId="{D406C91C-936B-E44E-9A4E-0CFAB7051A58}" srcId="{A03A4C25-0D38-D346-9F46-BA306173D3C7}" destId="{5AFE06B4-4EB6-AA46-932A-74FC7155657F}" srcOrd="0" destOrd="0" parTransId="{33F72796-A3FE-5D4C-84AD-DD9B8385EEBD}" sibTransId="{135DF17E-4445-AB48-8050-D3C60D625A57}"/>
    <dgm:cxn modelId="{3B94782E-9980-274A-9EA2-22B5AC20DD20}" type="presOf" srcId="{5AFE06B4-4EB6-AA46-932A-74FC7155657F}" destId="{05675D5A-ABE8-3347-BE25-2C99AD040281}" srcOrd="0" destOrd="0" presId="urn:microsoft.com/office/officeart/2009/3/layout/HorizontalOrganizationChart"/>
    <dgm:cxn modelId="{81A70847-25E4-B747-ADD3-EF8FC2074D62}" type="presOf" srcId="{A03A4C25-0D38-D346-9F46-BA306173D3C7}" destId="{29906B1E-1549-5D46-B150-D1E7C4162719}" srcOrd="0" destOrd="0" presId="urn:microsoft.com/office/officeart/2009/3/layout/HorizontalOrganizationChart"/>
    <dgm:cxn modelId="{5544CC55-E89D-E94F-9430-E62DE5E2DDC6}" srcId="{5AFE06B4-4EB6-AA46-932A-74FC7155657F}" destId="{E6BB94A7-E21D-CF41-8161-5023F725E009}" srcOrd="0" destOrd="0" parTransId="{4C4593FB-BD99-5F44-988D-D3E356E03708}" sibTransId="{8F0635DD-58FE-AA4F-854F-BE5F2B852834}"/>
    <dgm:cxn modelId="{062E6874-6F6D-0F43-86C5-9EF99C494C24}" srcId="{5AFE06B4-4EB6-AA46-932A-74FC7155657F}" destId="{45FDCEB0-698D-794A-A9CA-7E2CB34BF133}" srcOrd="1" destOrd="0" parTransId="{006F66C3-FAA6-ED43-ACE9-3C66DC822EAB}" sibTransId="{2CC72DFF-22C5-3045-91F5-8C6BD14C7004}"/>
    <dgm:cxn modelId="{0C2D0F75-D305-614E-BDA3-1D79FD1E04A9}" type="presOf" srcId="{45FDCEB0-698D-794A-A9CA-7E2CB34BF133}" destId="{3DBAF7F7-CBDF-5A4F-A7BC-7D41A7FD7A29}" srcOrd="0" destOrd="0" presId="urn:microsoft.com/office/officeart/2009/3/layout/HorizontalOrganizationChart"/>
    <dgm:cxn modelId="{D2BDF77C-EAD3-6047-AD75-39CA255D5D14}" type="presOf" srcId="{E6BB94A7-E21D-CF41-8161-5023F725E009}" destId="{2E0154C5-A5B6-AD44-B710-7B2549BA5D13}" srcOrd="1" destOrd="0" presId="urn:microsoft.com/office/officeart/2009/3/layout/HorizontalOrganizationChart"/>
    <dgm:cxn modelId="{B0344BAC-5E14-2644-95C7-CE155C7F350B}" type="presOf" srcId="{006F66C3-FAA6-ED43-ACE9-3C66DC822EAB}" destId="{8635DEA2-FCB8-F94E-A623-16A544042C03}" srcOrd="0" destOrd="0" presId="urn:microsoft.com/office/officeart/2009/3/layout/HorizontalOrganizationChart"/>
    <dgm:cxn modelId="{5A9A67B5-161F-B94F-BB6D-D13D98F779B6}" type="presOf" srcId="{E6BB94A7-E21D-CF41-8161-5023F725E009}" destId="{42F8EC36-963D-544E-9F2C-22A6EBE53840}" srcOrd="0" destOrd="0" presId="urn:microsoft.com/office/officeart/2009/3/layout/HorizontalOrganizationChart"/>
    <dgm:cxn modelId="{244824E5-2817-B848-BC96-B2C3AB0D9BE2}" type="presOf" srcId="{45FDCEB0-698D-794A-A9CA-7E2CB34BF133}" destId="{82AC5C92-D061-7448-8C24-1698E24423EA}" srcOrd="1" destOrd="0" presId="urn:microsoft.com/office/officeart/2009/3/layout/HorizontalOrganizationChart"/>
    <dgm:cxn modelId="{49075BE9-ECD3-594E-B266-C3F04E3ED120}" type="presOf" srcId="{4C4593FB-BD99-5F44-988D-D3E356E03708}" destId="{350E3344-C5BF-BD40-99B9-DA31E86B2D60}" srcOrd="0" destOrd="0" presId="urn:microsoft.com/office/officeart/2009/3/layout/HorizontalOrganizationChart"/>
    <dgm:cxn modelId="{3DE5D829-3098-F44B-ADF4-22D2DC51C578}" type="presParOf" srcId="{29906B1E-1549-5D46-B150-D1E7C4162719}" destId="{F1F48C40-43CA-3D46-814D-03C6041861DB}" srcOrd="0" destOrd="0" presId="urn:microsoft.com/office/officeart/2009/3/layout/HorizontalOrganizationChart"/>
    <dgm:cxn modelId="{D64EBE46-BABB-AD42-A0FC-1FBD91ACC99C}" type="presParOf" srcId="{F1F48C40-43CA-3D46-814D-03C6041861DB}" destId="{CD153E57-5B22-6645-A3C7-94A758147A39}" srcOrd="0" destOrd="0" presId="urn:microsoft.com/office/officeart/2009/3/layout/HorizontalOrganizationChart"/>
    <dgm:cxn modelId="{649EB490-6C27-8442-AD5C-0A41673A5B9A}" type="presParOf" srcId="{CD153E57-5B22-6645-A3C7-94A758147A39}" destId="{05675D5A-ABE8-3347-BE25-2C99AD040281}" srcOrd="0" destOrd="0" presId="urn:microsoft.com/office/officeart/2009/3/layout/HorizontalOrganizationChart"/>
    <dgm:cxn modelId="{6632F460-3068-D44F-A1E1-F646020C7839}" type="presParOf" srcId="{CD153E57-5B22-6645-A3C7-94A758147A39}" destId="{571C6004-6A45-E848-A4F1-358632BC04B8}" srcOrd="1" destOrd="0" presId="urn:microsoft.com/office/officeart/2009/3/layout/HorizontalOrganizationChart"/>
    <dgm:cxn modelId="{EB91F31B-7ABB-A34B-8266-4B0E3D018A1E}" type="presParOf" srcId="{F1F48C40-43CA-3D46-814D-03C6041861DB}" destId="{A2F904A9-42FF-5F4C-978F-FF3261E16EF6}" srcOrd="1" destOrd="0" presId="urn:microsoft.com/office/officeart/2009/3/layout/HorizontalOrganizationChart"/>
    <dgm:cxn modelId="{04AB1A04-859D-A64B-86B6-BE3B9CC5C2BE}" type="presParOf" srcId="{A2F904A9-42FF-5F4C-978F-FF3261E16EF6}" destId="{350E3344-C5BF-BD40-99B9-DA31E86B2D60}" srcOrd="0" destOrd="0" presId="urn:microsoft.com/office/officeart/2009/3/layout/HorizontalOrganizationChart"/>
    <dgm:cxn modelId="{D23D367A-3A91-D54F-8F06-AE0C4916EB7E}" type="presParOf" srcId="{A2F904A9-42FF-5F4C-978F-FF3261E16EF6}" destId="{4164E257-D1AE-FA43-9059-42F61DEAB056}" srcOrd="1" destOrd="0" presId="urn:microsoft.com/office/officeart/2009/3/layout/HorizontalOrganizationChart"/>
    <dgm:cxn modelId="{1CFF15B9-61D1-4B46-B58C-54B90CD99B52}" type="presParOf" srcId="{4164E257-D1AE-FA43-9059-42F61DEAB056}" destId="{8E09279E-CC58-0846-B5BF-A65C8A98BC13}" srcOrd="0" destOrd="0" presId="urn:microsoft.com/office/officeart/2009/3/layout/HorizontalOrganizationChart"/>
    <dgm:cxn modelId="{2234DE55-033E-EF49-ABB1-C90143257253}" type="presParOf" srcId="{8E09279E-CC58-0846-B5BF-A65C8A98BC13}" destId="{42F8EC36-963D-544E-9F2C-22A6EBE53840}" srcOrd="0" destOrd="0" presId="urn:microsoft.com/office/officeart/2009/3/layout/HorizontalOrganizationChart"/>
    <dgm:cxn modelId="{B5E5C0D2-3B7F-6542-BC2D-2C7CC9D94E88}" type="presParOf" srcId="{8E09279E-CC58-0846-B5BF-A65C8A98BC13}" destId="{2E0154C5-A5B6-AD44-B710-7B2549BA5D13}" srcOrd="1" destOrd="0" presId="urn:microsoft.com/office/officeart/2009/3/layout/HorizontalOrganizationChart"/>
    <dgm:cxn modelId="{BE2DF958-985E-B745-8845-1833B1B1507E}" type="presParOf" srcId="{4164E257-D1AE-FA43-9059-42F61DEAB056}" destId="{16973BE0-B8C5-9345-95B8-DE6C7315E7DD}" srcOrd="1" destOrd="0" presId="urn:microsoft.com/office/officeart/2009/3/layout/HorizontalOrganizationChart"/>
    <dgm:cxn modelId="{2A683FC4-09B4-484C-8161-F9DFFA253B83}" type="presParOf" srcId="{4164E257-D1AE-FA43-9059-42F61DEAB056}" destId="{FF2C992A-DC26-BB48-8A29-A284F6F8F8BB}" srcOrd="2" destOrd="0" presId="urn:microsoft.com/office/officeart/2009/3/layout/HorizontalOrganizationChart"/>
    <dgm:cxn modelId="{66ED31B7-4B0F-FA42-8977-497A8D781C04}" type="presParOf" srcId="{A2F904A9-42FF-5F4C-978F-FF3261E16EF6}" destId="{8635DEA2-FCB8-F94E-A623-16A544042C03}" srcOrd="2" destOrd="0" presId="urn:microsoft.com/office/officeart/2009/3/layout/HorizontalOrganizationChart"/>
    <dgm:cxn modelId="{49A8410D-48CB-884B-A662-456D79C825A7}" type="presParOf" srcId="{A2F904A9-42FF-5F4C-978F-FF3261E16EF6}" destId="{7B93B3FB-CFE2-1E4C-B177-B347509F0514}" srcOrd="3" destOrd="0" presId="urn:microsoft.com/office/officeart/2009/3/layout/HorizontalOrganizationChart"/>
    <dgm:cxn modelId="{77D8D5DA-E72A-C44B-AF8C-2C3D9AF45D9F}" type="presParOf" srcId="{7B93B3FB-CFE2-1E4C-B177-B347509F0514}" destId="{CB8DE58A-6599-6D4A-B341-36EFEB100773}" srcOrd="0" destOrd="0" presId="urn:microsoft.com/office/officeart/2009/3/layout/HorizontalOrganizationChart"/>
    <dgm:cxn modelId="{30CE2DDE-5F85-E643-BE53-F89FB169BAC6}" type="presParOf" srcId="{CB8DE58A-6599-6D4A-B341-36EFEB100773}" destId="{3DBAF7F7-CBDF-5A4F-A7BC-7D41A7FD7A29}" srcOrd="0" destOrd="0" presId="urn:microsoft.com/office/officeart/2009/3/layout/HorizontalOrganizationChart"/>
    <dgm:cxn modelId="{4BE74DA2-E977-234D-A147-187ABCD6F7B4}" type="presParOf" srcId="{CB8DE58A-6599-6D4A-B341-36EFEB100773}" destId="{82AC5C92-D061-7448-8C24-1698E24423EA}" srcOrd="1" destOrd="0" presId="urn:microsoft.com/office/officeart/2009/3/layout/HorizontalOrganizationChart"/>
    <dgm:cxn modelId="{03D689D9-603E-8244-AEFA-F4380CA94D6E}" type="presParOf" srcId="{7B93B3FB-CFE2-1E4C-B177-B347509F0514}" destId="{294B12F9-9581-F84C-937B-F11A635C988A}" srcOrd="1" destOrd="0" presId="urn:microsoft.com/office/officeart/2009/3/layout/HorizontalOrganizationChart"/>
    <dgm:cxn modelId="{D6313325-F239-CD4C-997A-9802A4AF773B}" type="presParOf" srcId="{7B93B3FB-CFE2-1E4C-B177-B347509F0514}" destId="{17171432-ECC5-6F46-BDF5-0F0C2E94493F}" srcOrd="2" destOrd="0" presId="urn:microsoft.com/office/officeart/2009/3/layout/HorizontalOrganizationChart"/>
    <dgm:cxn modelId="{CBCC30E8-3187-9647-A319-C2F6DBB82C2F}" type="presParOf" srcId="{F1F48C40-43CA-3D46-814D-03C6041861DB}" destId="{8FC2C464-EAF3-8740-A851-20B8DA529956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03A4C25-0D38-D346-9F46-BA306173D3C7}" type="doc">
      <dgm:prSet loTypeId="urn:microsoft.com/office/officeart/2009/3/layout/Horizontal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FE06B4-4EB6-AA46-932A-74FC7155657F}">
      <dgm:prSet phldrT="[Text]"/>
      <dgm:spPr>
        <a:solidFill>
          <a:srgbClr val="FEE391"/>
        </a:solidFill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</a:rPr>
            <a:t>ACT-takers &amp; high MCA scores</a:t>
          </a:r>
        </a:p>
      </dgm:t>
    </dgm:pt>
    <dgm:pt modelId="{33F72796-A3FE-5D4C-84AD-DD9B8385EEBD}" type="parTrans" cxnId="{D406C91C-936B-E44E-9A4E-0CFAB7051A58}">
      <dgm:prSet/>
      <dgm:spPr/>
      <dgm:t>
        <a:bodyPr/>
        <a:lstStyle/>
        <a:p>
          <a:endParaRPr lang="en-US"/>
        </a:p>
      </dgm:t>
    </dgm:pt>
    <dgm:pt modelId="{135DF17E-4445-AB48-8050-D3C60D625A57}" type="sibTrans" cxnId="{D406C91C-936B-E44E-9A4E-0CFAB7051A58}">
      <dgm:prSet/>
      <dgm:spPr/>
      <dgm:t>
        <a:bodyPr/>
        <a:lstStyle/>
        <a:p>
          <a:endParaRPr lang="en-US"/>
        </a:p>
      </dgm:t>
    </dgm:pt>
    <dgm:pt modelId="{E6BB94A7-E21D-CF41-8161-5023F725E009}">
      <dgm:prSet phldrT="[Text]"/>
      <dgm:spPr>
        <a:solidFill>
          <a:srgbClr val="FEE391"/>
        </a:solidFill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</a:rPr>
            <a:t>Graduate college outside Central</a:t>
          </a:r>
        </a:p>
      </dgm:t>
    </dgm:pt>
    <dgm:pt modelId="{4C4593FB-BD99-5F44-988D-D3E356E03708}" type="parTrans" cxnId="{5544CC55-E89D-E94F-9430-E62DE5E2DDC6}">
      <dgm:prSet/>
      <dgm:spPr/>
      <dgm:t>
        <a:bodyPr/>
        <a:lstStyle/>
        <a:p>
          <a:endParaRPr lang="en-US"/>
        </a:p>
      </dgm:t>
    </dgm:pt>
    <dgm:pt modelId="{8F0635DD-58FE-AA4F-854F-BE5F2B852834}" type="sibTrans" cxnId="{5544CC55-E89D-E94F-9430-E62DE5E2DDC6}">
      <dgm:prSet/>
      <dgm:spPr/>
      <dgm:t>
        <a:bodyPr/>
        <a:lstStyle/>
        <a:p>
          <a:endParaRPr lang="en-US"/>
        </a:p>
      </dgm:t>
    </dgm:pt>
    <dgm:pt modelId="{E1D31C4B-9B5B-3E41-88B5-A7C1DD435C55}">
      <dgm:prSet phldrT="[Text]"/>
      <dgm:spPr>
        <a:solidFill>
          <a:srgbClr val="FEE391"/>
        </a:solidFill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</a:rPr>
            <a:t>Earn a bachelor degree</a:t>
          </a:r>
        </a:p>
      </dgm:t>
    </dgm:pt>
    <dgm:pt modelId="{3BC66318-9778-BD4C-9A33-C4DF70248BFE}" type="parTrans" cxnId="{E2EA3D46-200E-F148-9A92-DD27F0CCF496}">
      <dgm:prSet/>
      <dgm:spPr/>
      <dgm:t>
        <a:bodyPr/>
        <a:lstStyle/>
        <a:p>
          <a:endParaRPr lang="en-US"/>
        </a:p>
      </dgm:t>
    </dgm:pt>
    <dgm:pt modelId="{350C4AA8-58B6-C943-8252-41B3CB217560}" type="sibTrans" cxnId="{E2EA3D46-200E-F148-9A92-DD27F0CCF496}">
      <dgm:prSet/>
      <dgm:spPr/>
      <dgm:t>
        <a:bodyPr/>
        <a:lstStyle/>
        <a:p>
          <a:endParaRPr lang="en-US"/>
        </a:p>
      </dgm:t>
    </dgm:pt>
    <dgm:pt modelId="{45FDCEB0-698D-794A-A9CA-7E2CB34BF133}">
      <dgm:prSet phldrT="[Text]"/>
      <dgm:spPr>
        <a:solidFill>
          <a:srgbClr val="FEE391"/>
        </a:solidFill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</a:rPr>
            <a:t>Graduate from 4-year college</a:t>
          </a:r>
        </a:p>
      </dgm:t>
    </dgm:pt>
    <dgm:pt modelId="{006F66C3-FAA6-ED43-ACE9-3C66DC822EAB}" type="parTrans" cxnId="{062E6874-6F6D-0F43-86C5-9EF99C494C24}">
      <dgm:prSet/>
      <dgm:spPr/>
      <dgm:t>
        <a:bodyPr/>
        <a:lstStyle/>
        <a:p>
          <a:endParaRPr lang="en-US"/>
        </a:p>
      </dgm:t>
    </dgm:pt>
    <dgm:pt modelId="{2CC72DFF-22C5-3045-91F5-8C6BD14C7004}" type="sibTrans" cxnId="{062E6874-6F6D-0F43-86C5-9EF99C494C24}">
      <dgm:prSet/>
      <dgm:spPr/>
      <dgm:t>
        <a:bodyPr/>
        <a:lstStyle/>
        <a:p>
          <a:endParaRPr lang="en-US"/>
        </a:p>
      </dgm:t>
    </dgm:pt>
    <dgm:pt modelId="{29906B1E-1549-5D46-B150-D1E7C4162719}" type="pres">
      <dgm:prSet presAssocID="{A03A4C25-0D38-D346-9F46-BA306173D3C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1F48C40-43CA-3D46-814D-03C6041861DB}" type="pres">
      <dgm:prSet presAssocID="{5AFE06B4-4EB6-AA46-932A-74FC7155657F}" presName="hierRoot1" presStyleCnt="0">
        <dgm:presLayoutVars>
          <dgm:hierBranch val="init"/>
        </dgm:presLayoutVars>
      </dgm:prSet>
      <dgm:spPr/>
    </dgm:pt>
    <dgm:pt modelId="{CD153E57-5B22-6645-A3C7-94A758147A39}" type="pres">
      <dgm:prSet presAssocID="{5AFE06B4-4EB6-AA46-932A-74FC7155657F}" presName="rootComposite1" presStyleCnt="0"/>
      <dgm:spPr/>
    </dgm:pt>
    <dgm:pt modelId="{05675D5A-ABE8-3347-BE25-2C99AD040281}" type="pres">
      <dgm:prSet presAssocID="{5AFE06B4-4EB6-AA46-932A-74FC7155657F}" presName="rootText1" presStyleLbl="node0" presStyleIdx="0" presStyleCnt="1">
        <dgm:presLayoutVars>
          <dgm:chPref val="3"/>
        </dgm:presLayoutVars>
      </dgm:prSet>
      <dgm:spPr/>
    </dgm:pt>
    <dgm:pt modelId="{571C6004-6A45-E848-A4F1-358632BC04B8}" type="pres">
      <dgm:prSet presAssocID="{5AFE06B4-4EB6-AA46-932A-74FC7155657F}" presName="rootConnector1" presStyleLbl="node1" presStyleIdx="0" presStyleCnt="0"/>
      <dgm:spPr/>
    </dgm:pt>
    <dgm:pt modelId="{A2F904A9-42FF-5F4C-978F-FF3261E16EF6}" type="pres">
      <dgm:prSet presAssocID="{5AFE06B4-4EB6-AA46-932A-74FC7155657F}" presName="hierChild2" presStyleCnt="0"/>
      <dgm:spPr/>
    </dgm:pt>
    <dgm:pt modelId="{350E3344-C5BF-BD40-99B9-DA31E86B2D60}" type="pres">
      <dgm:prSet presAssocID="{4C4593FB-BD99-5F44-988D-D3E356E03708}" presName="Name64" presStyleLbl="parChTrans1D2" presStyleIdx="0" presStyleCnt="3"/>
      <dgm:spPr/>
    </dgm:pt>
    <dgm:pt modelId="{4164E257-D1AE-FA43-9059-42F61DEAB056}" type="pres">
      <dgm:prSet presAssocID="{E6BB94A7-E21D-CF41-8161-5023F725E009}" presName="hierRoot2" presStyleCnt="0">
        <dgm:presLayoutVars>
          <dgm:hierBranch val="init"/>
        </dgm:presLayoutVars>
      </dgm:prSet>
      <dgm:spPr/>
    </dgm:pt>
    <dgm:pt modelId="{8E09279E-CC58-0846-B5BF-A65C8A98BC13}" type="pres">
      <dgm:prSet presAssocID="{E6BB94A7-E21D-CF41-8161-5023F725E009}" presName="rootComposite" presStyleCnt="0"/>
      <dgm:spPr/>
    </dgm:pt>
    <dgm:pt modelId="{42F8EC36-963D-544E-9F2C-22A6EBE53840}" type="pres">
      <dgm:prSet presAssocID="{E6BB94A7-E21D-CF41-8161-5023F725E009}" presName="rootText" presStyleLbl="node2" presStyleIdx="0" presStyleCnt="3">
        <dgm:presLayoutVars>
          <dgm:chPref val="3"/>
        </dgm:presLayoutVars>
      </dgm:prSet>
      <dgm:spPr/>
    </dgm:pt>
    <dgm:pt modelId="{2E0154C5-A5B6-AD44-B710-7B2549BA5D13}" type="pres">
      <dgm:prSet presAssocID="{E6BB94A7-E21D-CF41-8161-5023F725E009}" presName="rootConnector" presStyleLbl="node2" presStyleIdx="0" presStyleCnt="3"/>
      <dgm:spPr/>
    </dgm:pt>
    <dgm:pt modelId="{16973BE0-B8C5-9345-95B8-DE6C7315E7DD}" type="pres">
      <dgm:prSet presAssocID="{E6BB94A7-E21D-CF41-8161-5023F725E009}" presName="hierChild4" presStyleCnt="0"/>
      <dgm:spPr/>
    </dgm:pt>
    <dgm:pt modelId="{FF2C992A-DC26-BB48-8A29-A284F6F8F8BB}" type="pres">
      <dgm:prSet presAssocID="{E6BB94A7-E21D-CF41-8161-5023F725E009}" presName="hierChild5" presStyleCnt="0"/>
      <dgm:spPr/>
    </dgm:pt>
    <dgm:pt modelId="{EC8F61C6-CD60-DB43-84DF-F8C28ED73B7A}" type="pres">
      <dgm:prSet presAssocID="{3BC66318-9778-BD4C-9A33-C4DF70248BFE}" presName="Name64" presStyleLbl="parChTrans1D2" presStyleIdx="1" presStyleCnt="3"/>
      <dgm:spPr/>
    </dgm:pt>
    <dgm:pt modelId="{A10385A1-EADF-3B41-9ECB-A8E1A074F1B3}" type="pres">
      <dgm:prSet presAssocID="{E1D31C4B-9B5B-3E41-88B5-A7C1DD435C55}" presName="hierRoot2" presStyleCnt="0">
        <dgm:presLayoutVars>
          <dgm:hierBranch val="init"/>
        </dgm:presLayoutVars>
      </dgm:prSet>
      <dgm:spPr/>
    </dgm:pt>
    <dgm:pt modelId="{3A34454E-8A42-A543-BEC8-7B7CB150E8B1}" type="pres">
      <dgm:prSet presAssocID="{E1D31C4B-9B5B-3E41-88B5-A7C1DD435C55}" presName="rootComposite" presStyleCnt="0"/>
      <dgm:spPr/>
    </dgm:pt>
    <dgm:pt modelId="{61E7A96B-B444-1448-9BE1-361B8DC4B022}" type="pres">
      <dgm:prSet presAssocID="{E1D31C4B-9B5B-3E41-88B5-A7C1DD435C55}" presName="rootText" presStyleLbl="node2" presStyleIdx="1" presStyleCnt="3">
        <dgm:presLayoutVars>
          <dgm:chPref val="3"/>
        </dgm:presLayoutVars>
      </dgm:prSet>
      <dgm:spPr/>
    </dgm:pt>
    <dgm:pt modelId="{8869D623-3A39-5E4E-9230-7C40DB36B1D9}" type="pres">
      <dgm:prSet presAssocID="{E1D31C4B-9B5B-3E41-88B5-A7C1DD435C55}" presName="rootConnector" presStyleLbl="node2" presStyleIdx="1" presStyleCnt="3"/>
      <dgm:spPr/>
    </dgm:pt>
    <dgm:pt modelId="{9220244A-BDBA-CC48-9B53-8A85334ED2BB}" type="pres">
      <dgm:prSet presAssocID="{E1D31C4B-9B5B-3E41-88B5-A7C1DD435C55}" presName="hierChild4" presStyleCnt="0"/>
      <dgm:spPr/>
    </dgm:pt>
    <dgm:pt modelId="{E40A8871-0D23-364A-A5B5-05672B232743}" type="pres">
      <dgm:prSet presAssocID="{E1D31C4B-9B5B-3E41-88B5-A7C1DD435C55}" presName="hierChild5" presStyleCnt="0"/>
      <dgm:spPr/>
    </dgm:pt>
    <dgm:pt modelId="{5E8EC047-25CD-994F-A9CC-7D2001A959DF}" type="pres">
      <dgm:prSet presAssocID="{006F66C3-FAA6-ED43-ACE9-3C66DC822EAB}" presName="Name64" presStyleLbl="parChTrans1D2" presStyleIdx="2" presStyleCnt="3"/>
      <dgm:spPr/>
    </dgm:pt>
    <dgm:pt modelId="{A0843848-15D6-1945-9B46-A0D5769B9488}" type="pres">
      <dgm:prSet presAssocID="{45FDCEB0-698D-794A-A9CA-7E2CB34BF133}" presName="hierRoot2" presStyleCnt="0">
        <dgm:presLayoutVars>
          <dgm:hierBranch val="init"/>
        </dgm:presLayoutVars>
      </dgm:prSet>
      <dgm:spPr/>
    </dgm:pt>
    <dgm:pt modelId="{E0EEE599-62A4-5742-ADE3-91532B948E59}" type="pres">
      <dgm:prSet presAssocID="{45FDCEB0-698D-794A-A9CA-7E2CB34BF133}" presName="rootComposite" presStyleCnt="0"/>
      <dgm:spPr/>
    </dgm:pt>
    <dgm:pt modelId="{F8A7DB5A-A680-4143-A81B-C9D904ECB09B}" type="pres">
      <dgm:prSet presAssocID="{45FDCEB0-698D-794A-A9CA-7E2CB34BF133}" presName="rootText" presStyleLbl="node2" presStyleIdx="2" presStyleCnt="3">
        <dgm:presLayoutVars>
          <dgm:chPref val="3"/>
        </dgm:presLayoutVars>
      </dgm:prSet>
      <dgm:spPr/>
    </dgm:pt>
    <dgm:pt modelId="{ABBB2326-08DF-0643-B79E-8B39DE97A144}" type="pres">
      <dgm:prSet presAssocID="{45FDCEB0-698D-794A-A9CA-7E2CB34BF133}" presName="rootConnector" presStyleLbl="node2" presStyleIdx="2" presStyleCnt="3"/>
      <dgm:spPr/>
    </dgm:pt>
    <dgm:pt modelId="{29170928-B847-2F4E-87D9-1CF7043652DF}" type="pres">
      <dgm:prSet presAssocID="{45FDCEB0-698D-794A-A9CA-7E2CB34BF133}" presName="hierChild4" presStyleCnt="0"/>
      <dgm:spPr/>
    </dgm:pt>
    <dgm:pt modelId="{FC265133-6DD0-2F40-AEB4-9BEE7A126AE5}" type="pres">
      <dgm:prSet presAssocID="{45FDCEB0-698D-794A-A9CA-7E2CB34BF133}" presName="hierChild5" presStyleCnt="0"/>
      <dgm:spPr/>
    </dgm:pt>
    <dgm:pt modelId="{8FC2C464-EAF3-8740-A851-20B8DA529956}" type="pres">
      <dgm:prSet presAssocID="{5AFE06B4-4EB6-AA46-932A-74FC7155657F}" presName="hierChild3" presStyleCnt="0"/>
      <dgm:spPr/>
    </dgm:pt>
  </dgm:ptLst>
  <dgm:cxnLst>
    <dgm:cxn modelId="{845CF208-121B-074C-81E7-2329BA4491B5}" type="presOf" srcId="{5AFE06B4-4EB6-AA46-932A-74FC7155657F}" destId="{571C6004-6A45-E848-A4F1-358632BC04B8}" srcOrd="1" destOrd="0" presId="urn:microsoft.com/office/officeart/2009/3/layout/HorizontalOrganizationChart"/>
    <dgm:cxn modelId="{58D55410-E343-C749-8B71-C068A01AE5AB}" type="presOf" srcId="{E1D31C4B-9B5B-3E41-88B5-A7C1DD435C55}" destId="{8869D623-3A39-5E4E-9230-7C40DB36B1D9}" srcOrd="1" destOrd="0" presId="urn:microsoft.com/office/officeart/2009/3/layout/HorizontalOrganizationChart"/>
    <dgm:cxn modelId="{D406C91C-936B-E44E-9A4E-0CFAB7051A58}" srcId="{A03A4C25-0D38-D346-9F46-BA306173D3C7}" destId="{5AFE06B4-4EB6-AA46-932A-74FC7155657F}" srcOrd="0" destOrd="0" parTransId="{33F72796-A3FE-5D4C-84AD-DD9B8385EEBD}" sibTransId="{135DF17E-4445-AB48-8050-D3C60D625A57}"/>
    <dgm:cxn modelId="{2A08FB26-8E5B-ED48-827F-6EE3BFC212A9}" type="presOf" srcId="{45FDCEB0-698D-794A-A9CA-7E2CB34BF133}" destId="{F8A7DB5A-A680-4143-A81B-C9D904ECB09B}" srcOrd="0" destOrd="0" presId="urn:microsoft.com/office/officeart/2009/3/layout/HorizontalOrganizationChart"/>
    <dgm:cxn modelId="{3B94782E-9980-274A-9EA2-22B5AC20DD20}" type="presOf" srcId="{5AFE06B4-4EB6-AA46-932A-74FC7155657F}" destId="{05675D5A-ABE8-3347-BE25-2C99AD040281}" srcOrd="0" destOrd="0" presId="urn:microsoft.com/office/officeart/2009/3/layout/HorizontalOrganizationChart"/>
    <dgm:cxn modelId="{6A7AFF3B-0482-3841-B250-B9DB7980E1CC}" type="presOf" srcId="{3BC66318-9778-BD4C-9A33-C4DF70248BFE}" destId="{EC8F61C6-CD60-DB43-84DF-F8C28ED73B7A}" srcOrd="0" destOrd="0" presId="urn:microsoft.com/office/officeart/2009/3/layout/HorizontalOrganizationChart"/>
    <dgm:cxn modelId="{E2EA3D46-200E-F148-9A92-DD27F0CCF496}" srcId="{5AFE06B4-4EB6-AA46-932A-74FC7155657F}" destId="{E1D31C4B-9B5B-3E41-88B5-A7C1DD435C55}" srcOrd="1" destOrd="0" parTransId="{3BC66318-9778-BD4C-9A33-C4DF70248BFE}" sibTransId="{350C4AA8-58B6-C943-8252-41B3CB217560}"/>
    <dgm:cxn modelId="{81A70847-25E4-B747-ADD3-EF8FC2074D62}" type="presOf" srcId="{A03A4C25-0D38-D346-9F46-BA306173D3C7}" destId="{29906B1E-1549-5D46-B150-D1E7C4162719}" srcOrd="0" destOrd="0" presId="urn:microsoft.com/office/officeart/2009/3/layout/HorizontalOrganizationChart"/>
    <dgm:cxn modelId="{82398D51-6A3F-A24F-8A3D-B35F0B3C8CB5}" type="presOf" srcId="{006F66C3-FAA6-ED43-ACE9-3C66DC822EAB}" destId="{5E8EC047-25CD-994F-A9CC-7D2001A959DF}" srcOrd="0" destOrd="0" presId="urn:microsoft.com/office/officeart/2009/3/layout/HorizontalOrganizationChart"/>
    <dgm:cxn modelId="{5544CC55-E89D-E94F-9430-E62DE5E2DDC6}" srcId="{5AFE06B4-4EB6-AA46-932A-74FC7155657F}" destId="{E6BB94A7-E21D-CF41-8161-5023F725E009}" srcOrd="0" destOrd="0" parTransId="{4C4593FB-BD99-5F44-988D-D3E356E03708}" sibTransId="{8F0635DD-58FE-AA4F-854F-BE5F2B852834}"/>
    <dgm:cxn modelId="{FB482F56-B1C5-C440-AB0A-0417D5D1108A}" type="presOf" srcId="{E1D31C4B-9B5B-3E41-88B5-A7C1DD435C55}" destId="{61E7A96B-B444-1448-9BE1-361B8DC4B022}" srcOrd="0" destOrd="0" presId="urn:microsoft.com/office/officeart/2009/3/layout/HorizontalOrganizationChart"/>
    <dgm:cxn modelId="{062E6874-6F6D-0F43-86C5-9EF99C494C24}" srcId="{5AFE06B4-4EB6-AA46-932A-74FC7155657F}" destId="{45FDCEB0-698D-794A-A9CA-7E2CB34BF133}" srcOrd="2" destOrd="0" parTransId="{006F66C3-FAA6-ED43-ACE9-3C66DC822EAB}" sibTransId="{2CC72DFF-22C5-3045-91F5-8C6BD14C7004}"/>
    <dgm:cxn modelId="{D2BDF77C-EAD3-6047-AD75-39CA255D5D14}" type="presOf" srcId="{E6BB94A7-E21D-CF41-8161-5023F725E009}" destId="{2E0154C5-A5B6-AD44-B710-7B2549BA5D13}" srcOrd="1" destOrd="0" presId="urn:microsoft.com/office/officeart/2009/3/layout/HorizontalOrganizationChart"/>
    <dgm:cxn modelId="{DA3E7490-18D8-8844-8935-DE95FD17D406}" type="presOf" srcId="{45FDCEB0-698D-794A-A9CA-7E2CB34BF133}" destId="{ABBB2326-08DF-0643-B79E-8B39DE97A144}" srcOrd="1" destOrd="0" presId="urn:microsoft.com/office/officeart/2009/3/layout/HorizontalOrganizationChart"/>
    <dgm:cxn modelId="{5A9A67B5-161F-B94F-BB6D-D13D98F779B6}" type="presOf" srcId="{E6BB94A7-E21D-CF41-8161-5023F725E009}" destId="{42F8EC36-963D-544E-9F2C-22A6EBE53840}" srcOrd="0" destOrd="0" presId="urn:microsoft.com/office/officeart/2009/3/layout/HorizontalOrganizationChart"/>
    <dgm:cxn modelId="{49075BE9-ECD3-594E-B266-C3F04E3ED120}" type="presOf" srcId="{4C4593FB-BD99-5F44-988D-D3E356E03708}" destId="{350E3344-C5BF-BD40-99B9-DA31E86B2D60}" srcOrd="0" destOrd="0" presId="urn:microsoft.com/office/officeart/2009/3/layout/HorizontalOrganizationChart"/>
    <dgm:cxn modelId="{3DE5D829-3098-F44B-ADF4-22D2DC51C578}" type="presParOf" srcId="{29906B1E-1549-5D46-B150-D1E7C4162719}" destId="{F1F48C40-43CA-3D46-814D-03C6041861DB}" srcOrd="0" destOrd="0" presId="urn:microsoft.com/office/officeart/2009/3/layout/HorizontalOrganizationChart"/>
    <dgm:cxn modelId="{D64EBE46-BABB-AD42-A0FC-1FBD91ACC99C}" type="presParOf" srcId="{F1F48C40-43CA-3D46-814D-03C6041861DB}" destId="{CD153E57-5B22-6645-A3C7-94A758147A39}" srcOrd="0" destOrd="0" presId="urn:microsoft.com/office/officeart/2009/3/layout/HorizontalOrganizationChart"/>
    <dgm:cxn modelId="{649EB490-6C27-8442-AD5C-0A41673A5B9A}" type="presParOf" srcId="{CD153E57-5B22-6645-A3C7-94A758147A39}" destId="{05675D5A-ABE8-3347-BE25-2C99AD040281}" srcOrd="0" destOrd="0" presId="urn:microsoft.com/office/officeart/2009/3/layout/HorizontalOrganizationChart"/>
    <dgm:cxn modelId="{6632F460-3068-D44F-A1E1-F646020C7839}" type="presParOf" srcId="{CD153E57-5B22-6645-A3C7-94A758147A39}" destId="{571C6004-6A45-E848-A4F1-358632BC04B8}" srcOrd="1" destOrd="0" presId="urn:microsoft.com/office/officeart/2009/3/layout/HorizontalOrganizationChart"/>
    <dgm:cxn modelId="{EB91F31B-7ABB-A34B-8266-4B0E3D018A1E}" type="presParOf" srcId="{F1F48C40-43CA-3D46-814D-03C6041861DB}" destId="{A2F904A9-42FF-5F4C-978F-FF3261E16EF6}" srcOrd="1" destOrd="0" presId="urn:microsoft.com/office/officeart/2009/3/layout/HorizontalOrganizationChart"/>
    <dgm:cxn modelId="{04AB1A04-859D-A64B-86B6-BE3B9CC5C2BE}" type="presParOf" srcId="{A2F904A9-42FF-5F4C-978F-FF3261E16EF6}" destId="{350E3344-C5BF-BD40-99B9-DA31E86B2D60}" srcOrd="0" destOrd="0" presId="urn:microsoft.com/office/officeart/2009/3/layout/HorizontalOrganizationChart"/>
    <dgm:cxn modelId="{D23D367A-3A91-D54F-8F06-AE0C4916EB7E}" type="presParOf" srcId="{A2F904A9-42FF-5F4C-978F-FF3261E16EF6}" destId="{4164E257-D1AE-FA43-9059-42F61DEAB056}" srcOrd="1" destOrd="0" presId="urn:microsoft.com/office/officeart/2009/3/layout/HorizontalOrganizationChart"/>
    <dgm:cxn modelId="{1CFF15B9-61D1-4B46-B58C-54B90CD99B52}" type="presParOf" srcId="{4164E257-D1AE-FA43-9059-42F61DEAB056}" destId="{8E09279E-CC58-0846-B5BF-A65C8A98BC13}" srcOrd="0" destOrd="0" presId="urn:microsoft.com/office/officeart/2009/3/layout/HorizontalOrganizationChart"/>
    <dgm:cxn modelId="{2234DE55-033E-EF49-ABB1-C90143257253}" type="presParOf" srcId="{8E09279E-CC58-0846-B5BF-A65C8A98BC13}" destId="{42F8EC36-963D-544E-9F2C-22A6EBE53840}" srcOrd="0" destOrd="0" presId="urn:microsoft.com/office/officeart/2009/3/layout/HorizontalOrganizationChart"/>
    <dgm:cxn modelId="{B5E5C0D2-3B7F-6542-BC2D-2C7CC9D94E88}" type="presParOf" srcId="{8E09279E-CC58-0846-B5BF-A65C8A98BC13}" destId="{2E0154C5-A5B6-AD44-B710-7B2549BA5D13}" srcOrd="1" destOrd="0" presId="urn:microsoft.com/office/officeart/2009/3/layout/HorizontalOrganizationChart"/>
    <dgm:cxn modelId="{BE2DF958-985E-B745-8845-1833B1B1507E}" type="presParOf" srcId="{4164E257-D1AE-FA43-9059-42F61DEAB056}" destId="{16973BE0-B8C5-9345-95B8-DE6C7315E7DD}" srcOrd="1" destOrd="0" presId="urn:microsoft.com/office/officeart/2009/3/layout/HorizontalOrganizationChart"/>
    <dgm:cxn modelId="{2A683FC4-09B4-484C-8161-F9DFFA253B83}" type="presParOf" srcId="{4164E257-D1AE-FA43-9059-42F61DEAB056}" destId="{FF2C992A-DC26-BB48-8A29-A284F6F8F8BB}" srcOrd="2" destOrd="0" presId="urn:microsoft.com/office/officeart/2009/3/layout/HorizontalOrganizationChart"/>
    <dgm:cxn modelId="{A27CD8CA-A7CD-D74F-9FC2-7C6BA7E5A1A3}" type="presParOf" srcId="{A2F904A9-42FF-5F4C-978F-FF3261E16EF6}" destId="{EC8F61C6-CD60-DB43-84DF-F8C28ED73B7A}" srcOrd="2" destOrd="0" presId="urn:microsoft.com/office/officeart/2009/3/layout/HorizontalOrganizationChart"/>
    <dgm:cxn modelId="{9CE0928F-B389-7F40-A8BC-BDF643966428}" type="presParOf" srcId="{A2F904A9-42FF-5F4C-978F-FF3261E16EF6}" destId="{A10385A1-EADF-3B41-9ECB-A8E1A074F1B3}" srcOrd="3" destOrd="0" presId="urn:microsoft.com/office/officeart/2009/3/layout/HorizontalOrganizationChart"/>
    <dgm:cxn modelId="{10C1067C-8E14-7C42-8A03-D999F6CA3BC2}" type="presParOf" srcId="{A10385A1-EADF-3B41-9ECB-A8E1A074F1B3}" destId="{3A34454E-8A42-A543-BEC8-7B7CB150E8B1}" srcOrd="0" destOrd="0" presId="urn:microsoft.com/office/officeart/2009/3/layout/HorizontalOrganizationChart"/>
    <dgm:cxn modelId="{9C7B6029-0BF4-0C43-970D-E0C2895E479F}" type="presParOf" srcId="{3A34454E-8A42-A543-BEC8-7B7CB150E8B1}" destId="{61E7A96B-B444-1448-9BE1-361B8DC4B022}" srcOrd="0" destOrd="0" presId="urn:microsoft.com/office/officeart/2009/3/layout/HorizontalOrganizationChart"/>
    <dgm:cxn modelId="{7867B20D-C123-4249-80F7-FF4111201591}" type="presParOf" srcId="{3A34454E-8A42-A543-BEC8-7B7CB150E8B1}" destId="{8869D623-3A39-5E4E-9230-7C40DB36B1D9}" srcOrd="1" destOrd="0" presId="urn:microsoft.com/office/officeart/2009/3/layout/HorizontalOrganizationChart"/>
    <dgm:cxn modelId="{247CCCA1-6351-E046-AAC1-7DC312152F03}" type="presParOf" srcId="{A10385A1-EADF-3B41-9ECB-A8E1A074F1B3}" destId="{9220244A-BDBA-CC48-9B53-8A85334ED2BB}" srcOrd="1" destOrd="0" presId="urn:microsoft.com/office/officeart/2009/3/layout/HorizontalOrganizationChart"/>
    <dgm:cxn modelId="{B0248FA2-F8A1-3B4A-9C74-2A53C4FA63F5}" type="presParOf" srcId="{A10385A1-EADF-3B41-9ECB-A8E1A074F1B3}" destId="{E40A8871-0D23-364A-A5B5-05672B232743}" srcOrd="2" destOrd="0" presId="urn:microsoft.com/office/officeart/2009/3/layout/HorizontalOrganizationChart"/>
    <dgm:cxn modelId="{E27D8F8D-891D-6A4A-B1A7-3D90CDA5B104}" type="presParOf" srcId="{A2F904A9-42FF-5F4C-978F-FF3261E16EF6}" destId="{5E8EC047-25CD-994F-A9CC-7D2001A959DF}" srcOrd="4" destOrd="0" presId="urn:microsoft.com/office/officeart/2009/3/layout/HorizontalOrganizationChart"/>
    <dgm:cxn modelId="{F28468FD-1DCB-0D47-9601-E15F8C7B5D41}" type="presParOf" srcId="{A2F904A9-42FF-5F4C-978F-FF3261E16EF6}" destId="{A0843848-15D6-1945-9B46-A0D5769B9488}" srcOrd="5" destOrd="0" presId="urn:microsoft.com/office/officeart/2009/3/layout/HorizontalOrganizationChart"/>
    <dgm:cxn modelId="{3F419B97-B6D5-7046-8E94-E36EA79DC81C}" type="presParOf" srcId="{A0843848-15D6-1945-9B46-A0D5769B9488}" destId="{E0EEE599-62A4-5742-ADE3-91532B948E59}" srcOrd="0" destOrd="0" presId="urn:microsoft.com/office/officeart/2009/3/layout/HorizontalOrganizationChart"/>
    <dgm:cxn modelId="{D86A7278-AFBD-4441-8A10-BF4EF97DBB61}" type="presParOf" srcId="{E0EEE599-62A4-5742-ADE3-91532B948E59}" destId="{F8A7DB5A-A680-4143-A81B-C9D904ECB09B}" srcOrd="0" destOrd="0" presId="urn:microsoft.com/office/officeart/2009/3/layout/HorizontalOrganizationChart"/>
    <dgm:cxn modelId="{FAB56C12-DC47-CE4C-AE96-0F9BC59D8A4F}" type="presParOf" srcId="{E0EEE599-62A4-5742-ADE3-91532B948E59}" destId="{ABBB2326-08DF-0643-B79E-8B39DE97A144}" srcOrd="1" destOrd="0" presId="urn:microsoft.com/office/officeart/2009/3/layout/HorizontalOrganizationChart"/>
    <dgm:cxn modelId="{E3F4D704-C1B4-0444-A603-889824C96B49}" type="presParOf" srcId="{A0843848-15D6-1945-9B46-A0D5769B9488}" destId="{29170928-B847-2F4E-87D9-1CF7043652DF}" srcOrd="1" destOrd="0" presId="urn:microsoft.com/office/officeart/2009/3/layout/HorizontalOrganizationChart"/>
    <dgm:cxn modelId="{59FA695B-9C9E-0841-A8CB-485A57F56E74}" type="presParOf" srcId="{A0843848-15D6-1945-9B46-A0D5769B9488}" destId="{FC265133-6DD0-2F40-AEB4-9BEE7A126AE5}" srcOrd="2" destOrd="0" presId="urn:microsoft.com/office/officeart/2009/3/layout/HorizontalOrganizationChart"/>
    <dgm:cxn modelId="{CBCC30E8-3187-9647-A319-C2F6DBB82C2F}" type="presParOf" srcId="{F1F48C40-43CA-3D46-814D-03C6041861DB}" destId="{8FC2C464-EAF3-8740-A851-20B8DA529956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5B408FB-8100-FB4F-90C6-EDCDB219F71C}" type="doc">
      <dgm:prSet loTypeId="urn:microsoft.com/office/officeart/2005/8/layout/funnel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7888F0-0C04-384B-B0F8-811D78B75FD9}">
      <dgm:prSet phldrT="[Text]"/>
      <dgm:spPr/>
      <dgm:t>
        <a:bodyPr/>
        <a:lstStyle/>
        <a:p>
          <a:r>
            <a:rPr lang="en-US" dirty="0"/>
            <a:t>CTE</a:t>
          </a:r>
        </a:p>
      </dgm:t>
    </dgm:pt>
    <dgm:pt modelId="{0067C61E-EE1A-3349-9F20-E7FE0BF5A9C1}" type="parTrans" cxnId="{A1347D77-F763-134F-AE6F-89B65014DBE1}">
      <dgm:prSet/>
      <dgm:spPr/>
      <dgm:t>
        <a:bodyPr/>
        <a:lstStyle/>
        <a:p>
          <a:endParaRPr lang="en-US"/>
        </a:p>
      </dgm:t>
    </dgm:pt>
    <dgm:pt modelId="{3152BFF1-6C40-CF4C-B73E-F3FF9A58DC21}" type="sibTrans" cxnId="{A1347D77-F763-134F-AE6F-89B65014DBE1}">
      <dgm:prSet/>
      <dgm:spPr/>
      <dgm:t>
        <a:bodyPr/>
        <a:lstStyle/>
        <a:p>
          <a:endParaRPr lang="en-US"/>
        </a:p>
      </dgm:t>
    </dgm:pt>
    <dgm:pt modelId="{EBACF969-5027-8D45-85AD-155A738C2BE4}">
      <dgm:prSet phldrT="[Text]"/>
      <dgm:spPr/>
      <dgm:t>
        <a:bodyPr/>
        <a:lstStyle/>
        <a:p>
          <a:r>
            <a:rPr lang="en-US" dirty="0"/>
            <a:t>Central College</a:t>
          </a:r>
        </a:p>
      </dgm:t>
    </dgm:pt>
    <dgm:pt modelId="{8044A77D-C38E-B841-9AFC-796B24C734AB}" type="parTrans" cxnId="{D49A6FCC-24F2-7347-84B0-81A06879D928}">
      <dgm:prSet/>
      <dgm:spPr/>
      <dgm:t>
        <a:bodyPr/>
        <a:lstStyle/>
        <a:p>
          <a:endParaRPr lang="en-US"/>
        </a:p>
      </dgm:t>
    </dgm:pt>
    <dgm:pt modelId="{19442C71-22DC-6448-8607-CBDEED8BAF0E}" type="sibTrans" cxnId="{D49A6FCC-24F2-7347-84B0-81A06879D928}">
      <dgm:prSet/>
      <dgm:spPr/>
      <dgm:t>
        <a:bodyPr/>
        <a:lstStyle/>
        <a:p>
          <a:endParaRPr lang="en-US"/>
        </a:p>
      </dgm:t>
    </dgm:pt>
    <dgm:pt modelId="{E00718AD-54C0-684E-9C78-81A3A582F9CB}">
      <dgm:prSet phldrT="[Text]"/>
      <dgm:spPr/>
      <dgm:t>
        <a:bodyPr/>
        <a:lstStyle/>
        <a:p>
          <a:r>
            <a:rPr lang="en-US" dirty="0"/>
            <a:t>Associate's</a:t>
          </a:r>
        </a:p>
      </dgm:t>
    </dgm:pt>
    <dgm:pt modelId="{93E31517-E24C-F148-A3B1-8D584A592AF4}" type="parTrans" cxnId="{171C2745-3F44-A940-92CC-A576B5A0B854}">
      <dgm:prSet/>
      <dgm:spPr/>
      <dgm:t>
        <a:bodyPr/>
        <a:lstStyle/>
        <a:p>
          <a:endParaRPr lang="en-US"/>
        </a:p>
      </dgm:t>
    </dgm:pt>
    <dgm:pt modelId="{61468220-C155-A640-BEA8-BFD4D05A2C6E}" type="sibTrans" cxnId="{171C2745-3F44-A940-92CC-A576B5A0B854}">
      <dgm:prSet/>
      <dgm:spPr/>
      <dgm:t>
        <a:bodyPr/>
        <a:lstStyle/>
        <a:p>
          <a:endParaRPr lang="en-US"/>
        </a:p>
      </dgm:t>
    </dgm:pt>
    <dgm:pt modelId="{F3E60846-12D2-424F-859A-7804314EDB86}">
      <dgm:prSet phldrT="[Text]"/>
      <dgm:spPr/>
      <dgm:t>
        <a:bodyPr/>
        <a:lstStyle/>
        <a:p>
          <a:r>
            <a:rPr lang="en-US" dirty="0"/>
            <a:t>Meaningful WF - Central</a:t>
          </a:r>
        </a:p>
      </dgm:t>
    </dgm:pt>
    <dgm:pt modelId="{78AB66C2-3DDD-E445-92B5-162B7B649CDD}" type="parTrans" cxnId="{19B7AB94-6377-A742-B56F-676996C52DF3}">
      <dgm:prSet/>
      <dgm:spPr/>
      <dgm:t>
        <a:bodyPr/>
        <a:lstStyle/>
        <a:p>
          <a:endParaRPr lang="en-US"/>
        </a:p>
      </dgm:t>
    </dgm:pt>
    <dgm:pt modelId="{93423765-559F-F046-A0EC-C87BC66526ED}" type="sibTrans" cxnId="{19B7AB94-6377-A742-B56F-676996C52DF3}">
      <dgm:prSet/>
      <dgm:spPr/>
      <dgm:t>
        <a:bodyPr/>
        <a:lstStyle/>
        <a:p>
          <a:endParaRPr lang="en-US"/>
        </a:p>
      </dgm:t>
    </dgm:pt>
    <dgm:pt modelId="{D6B1C095-D1A0-3644-A333-4B113DAB7E3B}" type="pres">
      <dgm:prSet presAssocID="{65B408FB-8100-FB4F-90C6-EDCDB219F71C}" presName="Name0" presStyleCnt="0">
        <dgm:presLayoutVars>
          <dgm:chMax val="4"/>
          <dgm:resizeHandles val="exact"/>
        </dgm:presLayoutVars>
      </dgm:prSet>
      <dgm:spPr/>
    </dgm:pt>
    <dgm:pt modelId="{D3ADC076-5E49-FD4C-9181-6629E217A7AB}" type="pres">
      <dgm:prSet presAssocID="{65B408FB-8100-FB4F-90C6-EDCDB219F71C}" presName="ellipse" presStyleLbl="trBgShp" presStyleIdx="0" presStyleCnt="1"/>
      <dgm:spPr/>
    </dgm:pt>
    <dgm:pt modelId="{C4B04144-964D-6144-8F22-935EC98D89E7}" type="pres">
      <dgm:prSet presAssocID="{65B408FB-8100-FB4F-90C6-EDCDB219F71C}" presName="arrow1" presStyleLbl="fgShp" presStyleIdx="0" presStyleCnt="1"/>
      <dgm:spPr/>
    </dgm:pt>
    <dgm:pt modelId="{0C20F4F9-5F79-D347-B067-FE570D9E6CB8}" type="pres">
      <dgm:prSet presAssocID="{65B408FB-8100-FB4F-90C6-EDCDB219F71C}" presName="rectangle" presStyleLbl="revTx" presStyleIdx="0" presStyleCnt="1">
        <dgm:presLayoutVars>
          <dgm:bulletEnabled val="1"/>
        </dgm:presLayoutVars>
      </dgm:prSet>
      <dgm:spPr/>
    </dgm:pt>
    <dgm:pt modelId="{C599D787-1EA2-0246-A56A-68AFE13352D1}" type="pres">
      <dgm:prSet presAssocID="{EBACF969-5027-8D45-85AD-155A738C2BE4}" presName="item1" presStyleLbl="node1" presStyleIdx="0" presStyleCnt="3">
        <dgm:presLayoutVars>
          <dgm:bulletEnabled val="1"/>
        </dgm:presLayoutVars>
      </dgm:prSet>
      <dgm:spPr/>
    </dgm:pt>
    <dgm:pt modelId="{F389446F-B385-7644-8F42-D63CEC7ED369}" type="pres">
      <dgm:prSet presAssocID="{E00718AD-54C0-684E-9C78-81A3A582F9CB}" presName="item2" presStyleLbl="node1" presStyleIdx="1" presStyleCnt="3">
        <dgm:presLayoutVars>
          <dgm:bulletEnabled val="1"/>
        </dgm:presLayoutVars>
      </dgm:prSet>
      <dgm:spPr/>
    </dgm:pt>
    <dgm:pt modelId="{D540269E-5941-6844-9C1A-F8F0CCE8D16E}" type="pres">
      <dgm:prSet presAssocID="{F3E60846-12D2-424F-859A-7804314EDB86}" presName="item3" presStyleLbl="node1" presStyleIdx="2" presStyleCnt="3">
        <dgm:presLayoutVars>
          <dgm:bulletEnabled val="1"/>
        </dgm:presLayoutVars>
      </dgm:prSet>
      <dgm:spPr/>
    </dgm:pt>
    <dgm:pt modelId="{62FB3DD2-7D83-2842-8A5C-BCC5746CEB7C}" type="pres">
      <dgm:prSet presAssocID="{65B408FB-8100-FB4F-90C6-EDCDB219F71C}" presName="funnel" presStyleLbl="trAlignAcc1" presStyleIdx="0" presStyleCnt="1"/>
      <dgm:spPr/>
    </dgm:pt>
  </dgm:ptLst>
  <dgm:cxnLst>
    <dgm:cxn modelId="{0D315909-BADD-6D4B-B0EC-49D8A319C055}" type="presOf" srcId="{65B408FB-8100-FB4F-90C6-EDCDB219F71C}" destId="{D6B1C095-D1A0-3644-A333-4B113DAB7E3B}" srcOrd="0" destOrd="0" presId="urn:microsoft.com/office/officeart/2005/8/layout/funnel1"/>
    <dgm:cxn modelId="{F34C9827-16A3-424A-9B7D-E8336B4D0A56}" type="presOf" srcId="{F3E60846-12D2-424F-859A-7804314EDB86}" destId="{0C20F4F9-5F79-D347-B067-FE570D9E6CB8}" srcOrd="0" destOrd="0" presId="urn:microsoft.com/office/officeart/2005/8/layout/funnel1"/>
    <dgm:cxn modelId="{171C2745-3F44-A940-92CC-A576B5A0B854}" srcId="{65B408FB-8100-FB4F-90C6-EDCDB219F71C}" destId="{E00718AD-54C0-684E-9C78-81A3A582F9CB}" srcOrd="2" destOrd="0" parTransId="{93E31517-E24C-F148-A3B1-8D584A592AF4}" sibTransId="{61468220-C155-A640-BEA8-BFD4D05A2C6E}"/>
    <dgm:cxn modelId="{AC333564-A3B2-0146-9FFE-240826830CB3}" type="presOf" srcId="{EBACF969-5027-8D45-85AD-155A738C2BE4}" destId="{F389446F-B385-7644-8F42-D63CEC7ED369}" srcOrd="0" destOrd="0" presId="urn:microsoft.com/office/officeart/2005/8/layout/funnel1"/>
    <dgm:cxn modelId="{A1347D77-F763-134F-AE6F-89B65014DBE1}" srcId="{65B408FB-8100-FB4F-90C6-EDCDB219F71C}" destId="{997888F0-0C04-384B-B0F8-811D78B75FD9}" srcOrd="0" destOrd="0" parTransId="{0067C61E-EE1A-3349-9F20-E7FE0BF5A9C1}" sibTransId="{3152BFF1-6C40-CF4C-B73E-F3FF9A58DC21}"/>
    <dgm:cxn modelId="{19B7AB94-6377-A742-B56F-676996C52DF3}" srcId="{65B408FB-8100-FB4F-90C6-EDCDB219F71C}" destId="{F3E60846-12D2-424F-859A-7804314EDB86}" srcOrd="3" destOrd="0" parTransId="{78AB66C2-3DDD-E445-92B5-162B7B649CDD}" sibTransId="{93423765-559F-F046-A0EC-C87BC66526ED}"/>
    <dgm:cxn modelId="{C7927FBA-EA77-2F49-8EC1-2F2DDC3B2721}" type="presOf" srcId="{E00718AD-54C0-684E-9C78-81A3A582F9CB}" destId="{C599D787-1EA2-0246-A56A-68AFE13352D1}" srcOrd="0" destOrd="0" presId="urn:microsoft.com/office/officeart/2005/8/layout/funnel1"/>
    <dgm:cxn modelId="{6E72CABC-768D-AE47-B276-07F7FF99D37B}" type="presOf" srcId="{997888F0-0C04-384B-B0F8-811D78B75FD9}" destId="{D540269E-5941-6844-9C1A-F8F0CCE8D16E}" srcOrd="0" destOrd="0" presId="urn:microsoft.com/office/officeart/2005/8/layout/funnel1"/>
    <dgm:cxn modelId="{D49A6FCC-24F2-7347-84B0-81A06879D928}" srcId="{65B408FB-8100-FB4F-90C6-EDCDB219F71C}" destId="{EBACF969-5027-8D45-85AD-155A738C2BE4}" srcOrd="1" destOrd="0" parTransId="{8044A77D-C38E-B841-9AFC-796B24C734AB}" sibTransId="{19442C71-22DC-6448-8607-CBDEED8BAF0E}"/>
    <dgm:cxn modelId="{5E946567-F81D-CE40-8AB1-23BEDEDA7F9D}" type="presParOf" srcId="{D6B1C095-D1A0-3644-A333-4B113DAB7E3B}" destId="{D3ADC076-5E49-FD4C-9181-6629E217A7AB}" srcOrd="0" destOrd="0" presId="urn:microsoft.com/office/officeart/2005/8/layout/funnel1"/>
    <dgm:cxn modelId="{4431763F-2D66-1A4F-8D91-D08F676B8400}" type="presParOf" srcId="{D6B1C095-D1A0-3644-A333-4B113DAB7E3B}" destId="{C4B04144-964D-6144-8F22-935EC98D89E7}" srcOrd="1" destOrd="0" presId="urn:microsoft.com/office/officeart/2005/8/layout/funnel1"/>
    <dgm:cxn modelId="{CC463C96-9555-D04E-8543-370B30EA6876}" type="presParOf" srcId="{D6B1C095-D1A0-3644-A333-4B113DAB7E3B}" destId="{0C20F4F9-5F79-D347-B067-FE570D9E6CB8}" srcOrd="2" destOrd="0" presId="urn:microsoft.com/office/officeart/2005/8/layout/funnel1"/>
    <dgm:cxn modelId="{7F00CB3A-73D5-0541-9CF7-E9821AB3458D}" type="presParOf" srcId="{D6B1C095-D1A0-3644-A333-4B113DAB7E3B}" destId="{C599D787-1EA2-0246-A56A-68AFE13352D1}" srcOrd="3" destOrd="0" presId="urn:microsoft.com/office/officeart/2005/8/layout/funnel1"/>
    <dgm:cxn modelId="{38A99EF8-29EF-2B43-B0CF-FF699A501DC3}" type="presParOf" srcId="{D6B1C095-D1A0-3644-A333-4B113DAB7E3B}" destId="{F389446F-B385-7644-8F42-D63CEC7ED369}" srcOrd="4" destOrd="0" presId="urn:microsoft.com/office/officeart/2005/8/layout/funnel1"/>
    <dgm:cxn modelId="{E65F631C-B9B9-6745-B855-5D6372682693}" type="presParOf" srcId="{D6B1C095-D1A0-3644-A333-4B113DAB7E3B}" destId="{D540269E-5941-6844-9C1A-F8F0CCE8D16E}" srcOrd="5" destOrd="0" presId="urn:microsoft.com/office/officeart/2005/8/layout/funnel1"/>
    <dgm:cxn modelId="{81AA51E3-750F-F24D-877E-4C1894184F6E}" type="presParOf" srcId="{D6B1C095-D1A0-3644-A333-4B113DAB7E3B}" destId="{62FB3DD2-7D83-2842-8A5C-BCC5746CEB7C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442C209-9AA5-F242-A398-0E456D607974}" type="doc">
      <dgm:prSet loTypeId="urn:microsoft.com/office/officeart/2005/8/layout/funnel1" loCatId="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97D9F8BD-912C-C347-A30A-235975749DDA}">
      <dgm:prSet phldrT="[Text]"/>
      <dgm:spPr/>
      <dgm:t>
        <a:bodyPr/>
        <a:lstStyle/>
        <a:p>
          <a:r>
            <a:rPr lang="en-US" dirty="0"/>
            <a:t>ACT / MCA</a:t>
          </a:r>
        </a:p>
      </dgm:t>
    </dgm:pt>
    <dgm:pt modelId="{0171E9F1-EE9A-B240-AD5F-6D176B440794}" type="parTrans" cxnId="{E2DF531D-0E6B-D243-A5DD-4B77D380F473}">
      <dgm:prSet/>
      <dgm:spPr/>
      <dgm:t>
        <a:bodyPr/>
        <a:lstStyle/>
        <a:p>
          <a:endParaRPr lang="en-US"/>
        </a:p>
      </dgm:t>
    </dgm:pt>
    <dgm:pt modelId="{A3FDF9C3-C176-934B-B8AC-38BE0F266655}" type="sibTrans" cxnId="{E2DF531D-0E6B-D243-A5DD-4B77D380F473}">
      <dgm:prSet/>
      <dgm:spPr/>
      <dgm:t>
        <a:bodyPr/>
        <a:lstStyle/>
        <a:p>
          <a:endParaRPr lang="en-US"/>
        </a:p>
      </dgm:t>
    </dgm:pt>
    <dgm:pt modelId="{CCDB5D2E-D940-D146-B38F-EDD1D413C941}">
      <dgm:prSet phldrT="[Text]"/>
      <dgm:spPr/>
      <dgm:t>
        <a:bodyPr/>
        <a:lstStyle/>
        <a:p>
          <a:r>
            <a:rPr lang="en-US" dirty="0"/>
            <a:t>No college / College outside region</a:t>
          </a:r>
        </a:p>
      </dgm:t>
    </dgm:pt>
    <dgm:pt modelId="{7E308022-7235-CD41-9287-0C737C91ED78}" type="parTrans" cxnId="{DED8E007-01BE-9648-9577-DC1B700D1461}">
      <dgm:prSet/>
      <dgm:spPr/>
      <dgm:t>
        <a:bodyPr/>
        <a:lstStyle/>
        <a:p>
          <a:endParaRPr lang="en-US"/>
        </a:p>
      </dgm:t>
    </dgm:pt>
    <dgm:pt modelId="{3C907334-0564-6A4D-992B-1ADBAF75A34E}" type="sibTrans" cxnId="{DED8E007-01BE-9648-9577-DC1B700D1461}">
      <dgm:prSet/>
      <dgm:spPr/>
      <dgm:t>
        <a:bodyPr/>
        <a:lstStyle/>
        <a:p>
          <a:endParaRPr lang="en-US"/>
        </a:p>
      </dgm:t>
    </dgm:pt>
    <dgm:pt modelId="{C27B9AAA-AF0B-404B-9664-442C576A7265}">
      <dgm:prSet phldrT="[Text]"/>
      <dgm:spPr/>
      <dgm:t>
        <a:bodyPr/>
        <a:lstStyle/>
        <a:p>
          <a:r>
            <a:rPr lang="en-US" dirty="0"/>
            <a:t>Bachelor's degree</a:t>
          </a:r>
        </a:p>
      </dgm:t>
    </dgm:pt>
    <dgm:pt modelId="{61CCC9D4-F6EA-C844-8F66-AE7C9B32462F}" type="parTrans" cxnId="{7A70FCAF-5AB4-1A4B-B3CC-C8242713DE22}">
      <dgm:prSet/>
      <dgm:spPr/>
      <dgm:t>
        <a:bodyPr/>
        <a:lstStyle/>
        <a:p>
          <a:endParaRPr lang="en-US"/>
        </a:p>
      </dgm:t>
    </dgm:pt>
    <dgm:pt modelId="{0607E928-ABE4-8E43-9B81-AB181AFF4D18}" type="sibTrans" cxnId="{7A70FCAF-5AB4-1A4B-B3CC-C8242713DE22}">
      <dgm:prSet/>
      <dgm:spPr/>
      <dgm:t>
        <a:bodyPr/>
        <a:lstStyle/>
        <a:p>
          <a:endParaRPr lang="en-US"/>
        </a:p>
      </dgm:t>
    </dgm:pt>
    <dgm:pt modelId="{4292DA25-E77E-144B-AB36-9E0A4F163CC2}">
      <dgm:prSet phldrT="[Text]"/>
      <dgm:spPr/>
      <dgm:t>
        <a:bodyPr/>
        <a:lstStyle/>
        <a:p>
          <a:r>
            <a:rPr lang="en-US" dirty="0"/>
            <a:t>Meaningful WF - outside Central</a:t>
          </a:r>
        </a:p>
      </dgm:t>
    </dgm:pt>
    <dgm:pt modelId="{3A8014BF-71DF-8C49-8FBA-0171A4C12E95}" type="parTrans" cxnId="{5217F81F-D50B-B64B-9AB8-FB1207C243DB}">
      <dgm:prSet/>
      <dgm:spPr/>
      <dgm:t>
        <a:bodyPr/>
        <a:lstStyle/>
        <a:p>
          <a:endParaRPr lang="en-US"/>
        </a:p>
      </dgm:t>
    </dgm:pt>
    <dgm:pt modelId="{486FF53C-FF02-3C4E-9019-CCD24F33F258}" type="sibTrans" cxnId="{5217F81F-D50B-B64B-9AB8-FB1207C243DB}">
      <dgm:prSet/>
      <dgm:spPr/>
      <dgm:t>
        <a:bodyPr/>
        <a:lstStyle/>
        <a:p>
          <a:endParaRPr lang="en-US"/>
        </a:p>
      </dgm:t>
    </dgm:pt>
    <dgm:pt modelId="{31B49B85-67CC-7444-9EC0-30E2BB0DA8D9}" type="pres">
      <dgm:prSet presAssocID="{A442C209-9AA5-F242-A398-0E456D607974}" presName="Name0" presStyleCnt="0">
        <dgm:presLayoutVars>
          <dgm:chMax val="4"/>
          <dgm:resizeHandles val="exact"/>
        </dgm:presLayoutVars>
      </dgm:prSet>
      <dgm:spPr/>
    </dgm:pt>
    <dgm:pt modelId="{AD1B3D48-C7EF-754D-9355-52C6D2416E03}" type="pres">
      <dgm:prSet presAssocID="{A442C209-9AA5-F242-A398-0E456D607974}" presName="ellipse" presStyleLbl="trBgShp" presStyleIdx="0" presStyleCnt="1"/>
      <dgm:spPr/>
    </dgm:pt>
    <dgm:pt modelId="{1DAF56F7-57DE-514B-953A-262F71B89D6B}" type="pres">
      <dgm:prSet presAssocID="{A442C209-9AA5-F242-A398-0E456D607974}" presName="arrow1" presStyleLbl="fgShp" presStyleIdx="0" presStyleCnt="1"/>
      <dgm:spPr/>
    </dgm:pt>
    <dgm:pt modelId="{61D25D0E-9EE8-D348-9C86-C5BF24A14742}" type="pres">
      <dgm:prSet presAssocID="{A442C209-9AA5-F242-A398-0E456D607974}" presName="rectangle" presStyleLbl="revTx" presStyleIdx="0" presStyleCnt="1">
        <dgm:presLayoutVars>
          <dgm:bulletEnabled val="1"/>
        </dgm:presLayoutVars>
      </dgm:prSet>
      <dgm:spPr/>
    </dgm:pt>
    <dgm:pt modelId="{81AFB1C0-8B4B-224A-8AB1-A719438A6B59}" type="pres">
      <dgm:prSet presAssocID="{CCDB5D2E-D940-D146-B38F-EDD1D413C941}" presName="item1" presStyleLbl="node1" presStyleIdx="0" presStyleCnt="3">
        <dgm:presLayoutVars>
          <dgm:bulletEnabled val="1"/>
        </dgm:presLayoutVars>
      </dgm:prSet>
      <dgm:spPr/>
    </dgm:pt>
    <dgm:pt modelId="{42B652E9-0113-F74F-873E-1CC0830DFF60}" type="pres">
      <dgm:prSet presAssocID="{C27B9AAA-AF0B-404B-9664-442C576A7265}" presName="item2" presStyleLbl="node1" presStyleIdx="1" presStyleCnt="3">
        <dgm:presLayoutVars>
          <dgm:bulletEnabled val="1"/>
        </dgm:presLayoutVars>
      </dgm:prSet>
      <dgm:spPr/>
    </dgm:pt>
    <dgm:pt modelId="{9B120DDC-8911-244D-9A08-B7AFC983A900}" type="pres">
      <dgm:prSet presAssocID="{4292DA25-E77E-144B-AB36-9E0A4F163CC2}" presName="item3" presStyleLbl="node1" presStyleIdx="2" presStyleCnt="3">
        <dgm:presLayoutVars>
          <dgm:bulletEnabled val="1"/>
        </dgm:presLayoutVars>
      </dgm:prSet>
      <dgm:spPr/>
    </dgm:pt>
    <dgm:pt modelId="{9F0E13CB-9530-A043-A118-3AAD10B10A34}" type="pres">
      <dgm:prSet presAssocID="{A442C209-9AA5-F242-A398-0E456D607974}" presName="funnel" presStyleLbl="trAlignAcc1" presStyleIdx="0" presStyleCnt="1"/>
      <dgm:spPr/>
    </dgm:pt>
  </dgm:ptLst>
  <dgm:cxnLst>
    <dgm:cxn modelId="{DED8E007-01BE-9648-9577-DC1B700D1461}" srcId="{A442C209-9AA5-F242-A398-0E456D607974}" destId="{CCDB5D2E-D940-D146-B38F-EDD1D413C941}" srcOrd="1" destOrd="0" parTransId="{7E308022-7235-CD41-9287-0C737C91ED78}" sibTransId="{3C907334-0564-6A4D-992B-1ADBAF75A34E}"/>
    <dgm:cxn modelId="{3AC42E09-E191-0A47-BE2C-4E7F458A65E8}" type="presOf" srcId="{CCDB5D2E-D940-D146-B38F-EDD1D413C941}" destId="{42B652E9-0113-F74F-873E-1CC0830DFF60}" srcOrd="0" destOrd="0" presId="urn:microsoft.com/office/officeart/2005/8/layout/funnel1"/>
    <dgm:cxn modelId="{E2DF531D-0E6B-D243-A5DD-4B77D380F473}" srcId="{A442C209-9AA5-F242-A398-0E456D607974}" destId="{97D9F8BD-912C-C347-A30A-235975749DDA}" srcOrd="0" destOrd="0" parTransId="{0171E9F1-EE9A-B240-AD5F-6D176B440794}" sibTransId="{A3FDF9C3-C176-934B-B8AC-38BE0F266655}"/>
    <dgm:cxn modelId="{5217F81F-D50B-B64B-9AB8-FB1207C243DB}" srcId="{A442C209-9AA5-F242-A398-0E456D607974}" destId="{4292DA25-E77E-144B-AB36-9E0A4F163CC2}" srcOrd="3" destOrd="0" parTransId="{3A8014BF-71DF-8C49-8FBA-0171A4C12E95}" sibTransId="{486FF53C-FF02-3C4E-9019-CCD24F33F258}"/>
    <dgm:cxn modelId="{6DE4913A-8D1E-ED4D-B420-6BF930375273}" type="presOf" srcId="{A442C209-9AA5-F242-A398-0E456D607974}" destId="{31B49B85-67CC-7444-9EC0-30E2BB0DA8D9}" srcOrd="0" destOrd="0" presId="urn:microsoft.com/office/officeart/2005/8/layout/funnel1"/>
    <dgm:cxn modelId="{7A70FCAF-5AB4-1A4B-B3CC-C8242713DE22}" srcId="{A442C209-9AA5-F242-A398-0E456D607974}" destId="{C27B9AAA-AF0B-404B-9664-442C576A7265}" srcOrd="2" destOrd="0" parTransId="{61CCC9D4-F6EA-C844-8F66-AE7C9B32462F}" sibTransId="{0607E928-ABE4-8E43-9B81-AB181AFF4D18}"/>
    <dgm:cxn modelId="{C31062B9-38BD-9B42-BDC0-D69853F25216}" type="presOf" srcId="{C27B9AAA-AF0B-404B-9664-442C576A7265}" destId="{81AFB1C0-8B4B-224A-8AB1-A719438A6B59}" srcOrd="0" destOrd="0" presId="urn:microsoft.com/office/officeart/2005/8/layout/funnel1"/>
    <dgm:cxn modelId="{FBB46CDA-CD6D-674F-AD2F-60D573A5F1C4}" type="presOf" srcId="{97D9F8BD-912C-C347-A30A-235975749DDA}" destId="{9B120DDC-8911-244D-9A08-B7AFC983A900}" srcOrd="0" destOrd="0" presId="urn:microsoft.com/office/officeart/2005/8/layout/funnel1"/>
    <dgm:cxn modelId="{B72668F2-09CB-584B-A51C-A56211C82F71}" type="presOf" srcId="{4292DA25-E77E-144B-AB36-9E0A4F163CC2}" destId="{61D25D0E-9EE8-D348-9C86-C5BF24A14742}" srcOrd="0" destOrd="0" presId="urn:microsoft.com/office/officeart/2005/8/layout/funnel1"/>
    <dgm:cxn modelId="{6F515948-5660-4B4B-8BD7-543E0C715D12}" type="presParOf" srcId="{31B49B85-67CC-7444-9EC0-30E2BB0DA8D9}" destId="{AD1B3D48-C7EF-754D-9355-52C6D2416E03}" srcOrd="0" destOrd="0" presId="urn:microsoft.com/office/officeart/2005/8/layout/funnel1"/>
    <dgm:cxn modelId="{CDB2AB37-7988-EF43-A0D8-928F766B02BB}" type="presParOf" srcId="{31B49B85-67CC-7444-9EC0-30E2BB0DA8D9}" destId="{1DAF56F7-57DE-514B-953A-262F71B89D6B}" srcOrd="1" destOrd="0" presId="urn:microsoft.com/office/officeart/2005/8/layout/funnel1"/>
    <dgm:cxn modelId="{4B044D3B-AA85-F744-8C39-534D86367710}" type="presParOf" srcId="{31B49B85-67CC-7444-9EC0-30E2BB0DA8D9}" destId="{61D25D0E-9EE8-D348-9C86-C5BF24A14742}" srcOrd="2" destOrd="0" presId="urn:microsoft.com/office/officeart/2005/8/layout/funnel1"/>
    <dgm:cxn modelId="{ED078FDD-200A-3846-A26C-19666F2FD396}" type="presParOf" srcId="{31B49B85-67CC-7444-9EC0-30E2BB0DA8D9}" destId="{81AFB1C0-8B4B-224A-8AB1-A719438A6B59}" srcOrd="3" destOrd="0" presId="urn:microsoft.com/office/officeart/2005/8/layout/funnel1"/>
    <dgm:cxn modelId="{A798D0BD-2B0F-2F4A-B0AA-13B8BC985E53}" type="presParOf" srcId="{31B49B85-67CC-7444-9EC0-30E2BB0DA8D9}" destId="{42B652E9-0113-F74F-873E-1CC0830DFF60}" srcOrd="4" destOrd="0" presId="urn:microsoft.com/office/officeart/2005/8/layout/funnel1"/>
    <dgm:cxn modelId="{44A18369-43D2-0147-8626-1E946FD1A5D3}" type="presParOf" srcId="{31B49B85-67CC-7444-9EC0-30E2BB0DA8D9}" destId="{9B120DDC-8911-244D-9A08-B7AFC983A900}" srcOrd="5" destOrd="0" presId="urn:microsoft.com/office/officeart/2005/8/layout/funnel1"/>
    <dgm:cxn modelId="{7413655C-E664-2A4A-BD39-8F504282E48E}" type="presParOf" srcId="{31B49B85-67CC-7444-9EC0-30E2BB0DA8D9}" destId="{9F0E13CB-9530-A043-A118-3AAD10B10A34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555588A-FCB1-4E4A-BFDE-851B868D414C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E219A24-0604-4157-9D3D-104EAC1A4DC2}">
      <dgm:prSet/>
      <dgm:spPr/>
      <dgm:t>
        <a:bodyPr/>
        <a:lstStyle/>
        <a:p>
          <a:r>
            <a:rPr lang="en-US" b="1"/>
            <a:t>Perceptions of opportunities</a:t>
          </a:r>
          <a:endParaRPr lang="en-US"/>
        </a:p>
      </dgm:t>
    </dgm:pt>
    <dgm:pt modelId="{EF36EBB4-43C5-45E2-AC14-47156B724DD4}" type="parTrans" cxnId="{D9BA1E41-E1BB-4356-B41F-8D93FFB0988C}">
      <dgm:prSet/>
      <dgm:spPr/>
      <dgm:t>
        <a:bodyPr/>
        <a:lstStyle/>
        <a:p>
          <a:endParaRPr lang="en-US"/>
        </a:p>
      </dgm:t>
    </dgm:pt>
    <dgm:pt modelId="{FB86B8A1-F103-4E1A-80A8-75DD5155F72F}" type="sibTrans" cxnId="{D9BA1E41-E1BB-4356-B41F-8D93FFB0988C}">
      <dgm:prSet/>
      <dgm:spPr/>
      <dgm:t>
        <a:bodyPr/>
        <a:lstStyle/>
        <a:p>
          <a:endParaRPr lang="en-US"/>
        </a:p>
      </dgm:t>
    </dgm:pt>
    <dgm:pt modelId="{65297E2C-9D97-40A0-A042-D0F663266CA1}">
      <dgm:prSet/>
      <dgm:spPr/>
      <dgm:t>
        <a:bodyPr/>
        <a:lstStyle/>
        <a:p>
          <a:r>
            <a:rPr lang="en-US"/>
            <a:t>Local economy, unemployment</a:t>
          </a:r>
        </a:p>
      </dgm:t>
    </dgm:pt>
    <dgm:pt modelId="{3E36C535-E091-439A-8ACC-46DB73F20035}" type="parTrans" cxnId="{D99DFC2B-4AB5-43B0-9877-8EEA25DC8BEB}">
      <dgm:prSet/>
      <dgm:spPr/>
      <dgm:t>
        <a:bodyPr/>
        <a:lstStyle/>
        <a:p>
          <a:endParaRPr lang="en-US"/>
        </a:p>
      </dgm:t>
    </dgm:pt>
    <dgm:pt modelId="{9E41DA5A-D2B7-4897-B041-376CD8FBEB6E}" type="sibTrans" cxnId="{D99DFC2B-4AB5-43B0-9877-8EEA25DC8BEB}">
      <dgm:prSet/>
      <dgm:spPr/>
      <dgm:t>
        <a:bodyPr/>
        <a:lstStyle/>
        <a:p>
          <a:endParaRPr lang="en-US"/>
        </a:p>
      </dgm:t>
    </dgm:pt>
    <dgm:pt modelId="{F50C9013-C6CA-4CCD-982A-205D404F301A}">
      <dgm:prSet/>
      <dgm:spPr/>
      <dgm:t>
        <a:bodyPr/>
        <a:lstStyle/>
        <a:p>
          <a:r>
            <a:rPr lang="en-US" dirty="0"/>
            <a:t>Distance to post-secondary institutions</a:t>
          </a:r>
        </a:p>
      </dgm:t>
    </dgm:pt>
    <dgm:pt modelId="{9737A719-FED1-4DA7-99BF-5658B50624DE}" type="parTrans" cxnId="{507833CC-79A1-456B-8BF5-C0487A09E9B0}">
      <dgm:prSet/>
      <dgm:spPr/>
      <dgm:t>
        <a:bodyPr/>
        <a:lstStyle/>
        <a:p>
          <a:endParaRPr lang="en-US"/>
        </a:p>
      </dgm:t>
    </dgm:pt>
    <dgm:pt modelId="{25875CD2-12D8-4008-8958-F638448068D4}" type="sibTrans" cxnId="{507833CC-79A1-456B-8BF5-C0487A09E9B0}">
      <dgm:prSet/>
      <dgm:spPr/>
      <dgm:t>
        <a:bodyPr/>
        <a:lstStyle/>
        <a:p>
          <a:endParaRPr lang="en-US"/>
        </a:p>
      </dgm:t>
    </dgm:pt>
    <dgm:pt modelId="{8FA04487-3FEB-45B9-88AD-BFF4B542EFC8}">
      <dgm:prSet/>
      <dgm:spPr/>
      <dgm:t>
        <a:bodyPr/>
        <a:lstStyle/>
        <a:p>
          <a:r>
            <a:rPr lang="en-US" b="1"/>
            <a:t>Youth satisfaction with current community and importance of future community characteristics.</a:t>
          </a:r>
          <a:endParaRPr lang="en-US"/>
        </a:p>
      </dgm:t>
    </dgm:pt>
    <dgm:pt modelId="{28D13D0A-97D2-48EE-873B-C6DAE9AF3C29}" type="parTrans" cxnId="{1946D094-D61F-4A49-B567-BE58DBD72FE9}">
      <dgm:prSet/>
      <dgm:spPr/>
      <dgm:t>
        <a:bodyPr/>
        <a:lstStyle/>
        <a:p>
          <a:endParaRPr lang="en-US"/>
        </a:p>
      </dgm:t>
    </dgm:pt>
    <dgm:pt modelId="{118BB26A-DDB2-4E3D-8950-7BA4D43FE5E4}" type="sibTrans" cxnId="{1946D094-D61F-4A49-B567-BE58DBD72FE9}">
      <dgm:prSet/>
      <dgm:spPr/>
      <dgm:t>
        <a:bodyPr/>
        <a:lstStyle/>
        <a:p>
          <a:endParaRPr lang="en-US"/>
        </a:p>
      </dgm:t>
    </dgm:pt>
    <dgm:pt modelId="{B66E0B9B-A8A2-4C87-BC13-43B47836761C}">
      <dgm:prSet/>
      <dgm:spPr/>
      <dgm:t>
        <a:bodyPr/>
        <a:lstStyle/>
        <a:p>
          <a:r>
            <a:rPr lang="en-US" dirty="0"/>
            <a:t>Youth are more likely to stay if they are satisfied with amenities, has desirable natural amenities, feel respected, and have a strong identification with the community.</a:t>
          </a:r>
        </a:p>
      </dgm:t>
    </dgm:pt>
    <dgm:pt modelId="{1AC58DF5-4AD7-46FA-8C7B-F4848F96ED12}" type="parTrans" cxnId="{BA9D3804-C635-4A43-B380-13FDBAFA1680}">
      <dgm:prSet/>
      <dgm:spPr/>
      <dgm:t>
        <a:bodyPr/>
        <a:lstStyle/>
        <a:p>
          <a:endParaRPr lang="en-US"/>
        </a:p>
      </dgm:t>
    </dgm:pt>
    <dgm:pt modelId="{0B94106F-EC42-4A69-B890-643210B7A339}" type="sibTrans" cxnId="{BA9D3804-C635-4A43-B380-13FDBAFA1680}">
      <dgm:prSet/>
      <dgm:spPr/>
      <dgm:t>
        <a:bodyPr/>
        <a:lstStyle/>
        <a:p>
          <a:endParaRPr lang="en-US"/>
        </a:p>
      </dgm:t>
    </dgm:pt>
    <dgm:pt modelId="{C224350D-8582-4101-BED4-9A08083E38D0}">
      <dgm:prSet/>
      <dgm:spPr/>
      <dgm:t>
        <a:bodyPr/>
        <a:lstStyle/>
        <a:p>
          <a:r>
            <a:rPr lang="en-US"/>
            <a:t>Can also shape their desires in a future community.</a:t>
          </a:r>
        </a:p>
      </dgm:t>
    </dgm:pt>
    <dgm:pt modelId="{4A87C69B-7A1D-45DA-8489-190EE3983C54}" type="parTrans" cxnId="{66E0EDAB-BB37-44A8-A9B9-940D47871585}">
      <dgm:prSet/>
      <dgm:spPr/>
      <dgm:t>
        <a:bodyPr/>
        <a:lstStyle/>
        <a:p>
          <a:endParaRPr lang="en-US"/>
        </a:p>
      </dgm:t>
    </dgm:pt>
    <dgm:pt modelId="{03384339-84E1-415D-8184-12A818002134}" type="sibTrans" cxnId="{66E0EDAB-BB37-44A8-A9B9-940D47871585}">
      <dgm:prSet/>
      <dgm:spPr/>
      <dgm:t>
        <a:bodyPr/>
        <a:lstStyle/>
        <a:p>
          <a:endParaRPr lang="en-US"/>
        </a:p>
      </dgm:t>
    </dgm:pt>
    <dgm:pt modelId="{22F29080-15B8-41DF-89E3-70310FE57877}">
      <dgm:prSet/>
      <dgm:spPr/>
      <dgm:t>
        <a:bodyPr/>
        <a:lstStyle/>
        <a:p>
          <a:r>
            <a:rPr lang="en-US"/>
            <a:t>Can influence educational aspirations</a:t>
          </a:r>
        </a:p>
      </dgm:t>
    </dgm:pt>
    <dgm:pt modelId="{1F560800-474F-425E-AA44-100178937CB5}" type="parTrans" cxnId="{06A34F6F-6073-4DC5-B762-8D2A5BB511A6}">
      <dgm:prSet/>
      <dgm:spPr/>
      <dgm:t>
        <a:bodyPr/>
        <a:lstStyle/>
        <a:p>
          <a:endParaRPr lang="en-US"/>
        </a:p>
      </dgm:t>
    </dgm:pt>
    <dgm:pt modelId="{E21AA9A8-FC99-43F1-8450-AC4F9AB07DEB}" type="sibTrans" cxnId="{06A34F6F-6073-4DC5-B762-8D2A5BB511A6}">
      <dgm:prSet/>
      <dgm:spPr/>
      <dgm:t>
        <a:bodyPr/>
        <a:lstStyle/>
        <a:p>
          <a:endParaRPr lang="en-US"/>
        </a:p>
      </dgm:t>
    </dgm:pt>
    <dgm:pt modelId="{068F1804-1408-4C7A-B468-76C60B2ECC83}">
      <dgm:prSet/>
      <dgm:spPr/>
      <dgm:t>
        <a:bodyPr/>
        <a:lstStyle/>
        <a:p>
          <a:r>
            <a:rPr lang="en-US" b="1"/>
            <a:t>Influence of school, family and friends.</a:t>
          </a:r>
          <a:endParaRPr lang="en-US"/>
        </a:p>
      </dgm:t>
    </dgm:pt>
    <dgm:pt modelId="{13464C2D-78DA-416E-A963-B4E45DED9CA7}" type="parTrans" cxnId="{679AA21E-BFC9-4B07-8E04-493287066875}">
      <dgm:prSet/>
      <dgm:spPr/>
      <dgm:t>
        <a:bodyPr/>
        <a:lstStyle/>
        <a:p>
          <a:endParaRPr lang="en-US"/>
        </a:p>
      </dgm:t>
    </dgm:pt>
    <dgm:pt modelId="{7F94232A-F8B6-43F4-B7D4-67F52B759696}" type="sibTrans" cxnId="{679AA21E-BFC9-4B07-8E04-493287066875}">
      <dgm:prSet/>
      <dgm:spPr/>
      <dgm:t>
        <a:bodyPr/>
        <a:lstStyle/>
        <a:p>
          <a:endParaRPr lang="en-US"/>
        </a:p>
      </dgm:t>
    </dgm:pt>
    <dgm:pt modelId="{015E7434-6850-4DCB-89C0-C9EBCD7240CB}">
      <dgm:prSet/>
      <dgm:spPr/>
      <dgm:t>
        <a:bodyPr/>
        <a:lstStyle/>
        <a:p>
          <a:r>
            <a:rPr lang="en-US"/>
            <a:t>Support received to pursue their desires either locally or out-of-town/region.</a:t>
          </a:r>
        </a:p>
      </dgm:t>
    </dgm:pt>
    <dgm:pt modelId="{07E4504D-EF80-4768-801F-AEC279C23304}" type="parTrans" cxnId="{223D2D33-3571-4E81-AAB4-C09C05F902BA}">
      <dgm:prSet/>
      <dgm:spPr/>
      <dgm:t>
        <a:bodyPr/>
        <a:lstStyle/>
        <a:p>
          <a:endParaRPr lang="en-US"/>
        </a:p>
      </dgm:t>
    </dgm:pt>
    <dgm:pt modelId="{12202643-AE25-430E-ABDC-D628DC3EFEEB}" type="sibTrans" cxnId="{223D2D33-3571-4E81-AAB4-C09C05F902BA}">
      <dgm:prSet/>
      <dgm:spPr/>
      <dgm:t>
        <a:bodyPr/>
        <a:lstStyle/>
        <a:p>
          <a:endParaRPr lang="en-US"/>
        </a:p>
      </dgm:t>
    </dgm:pt>
    <dgm:pt modelId="{6132A270-889C-4276-986D-81E088837350}">
      <dgm:prSet/>
      <dgm:spPr/>
      <dgm:t>
        <a:bodyPr/>
        <a:lstStyle/>
        <a:p>
          <a:r>
            <a:rPr lang="en-US"/>
            <a:t>Closeness can keep a student from leaving.</a:t>
          </a:r>
        </a:p>
      </dgm:t>
    </dgm:pt>
    <dgm:pt modelId="{2CAD8BE4-E650-475B-86CC-B1F5BA4E96CD}" type="parTrans" cxnId="{B20BFC3B-B651-406E-A4A3-752F0DC3A8F1}">
      <dgm:prSet/>
      <dgm:spPr/>
      <dgm:t>
        <a:bodyPr/>
        <a:lstStyle/>
        <a:p>
          <a:endParaRPr lang="en-US"/>
        </a:p>
      </dgm:t>
    </dgm:pt>
    <dgm:pt modelId="{60A746F4-36DE-416B-9C72-AA8C8C801196}" type="sibTrans" cxnId="{B20BFC3B-B651-406E-A4A3-752F0DC3A8F1}">
      <dgm:prSet/>
      <dgm:spPr/>
      <dgm:t>
        <a:bodyPr/>
        <a:lstStyle/>
        <a:p>
          <a:endParaRPr lang="en-US"/>
        </a:p>
      </dgm:t>
    </dgm:pt>
    <dgm:pt modelId="{A5916819-4984-4B4C-B2CF-C038CBF9B681}">
      <dgm:prSet/>
      <dgm:spPr/>
      <dgm:t>
        <a:bodyPr/>
        <a:lstStyle/>
        <a:p>
          <a:r>
            <a:rPr lang="en-US"/>
            <a:t>Family SES</a:t>
          </a:r>
        </a:p>
      </dgm:t>
    </dgm:pt>
    <dgm:pt modelId="{E23A2535-5060-4ABB-95F9-8496170CE02E}" type="parTrans" cxnId="{E8D71584-21FC-45A4-85E7-86C2D35CE378}">
      <dgm:prSet/>
      <dgm:spPr/>
      <dgm:t>
        <a:bodyPr/>
        <a:lstStyle/>
        <a:p>
          <a:endParaRPr lang="en-US"/>
        </a:p>
      </dgm:t>
    </dgm:pt>
    <dgm:pt modelId="{24C1C3A3-C7BF-4557-AE60-49B4237257C2}" type="sibTrans" cxnId="{E8D71584-21FC-45A4-85E7-86C2D35CE378}">
      <dgm:prSet/>
      <dgm:spPr/>
      <dgm:t>
        <a:bodyPr/>
        <a:lstStyle/>
        <a:p>
          <a:endParaRPr lang="en-US"/>
        </a:p>
      </dgm:t>
    </dgm:pt>
    <dgm:pt modelId="{62B830C1-1A23-452C-870F-3A5C198EC8D2}">
      <dgm:prSet/>
      <dgm:spPr/>
      <dgm:t>
        <a:bodyPr/>
        <a:lstStyle/>
        <a:p>
          <a:r>
            <a:rPr lang="en-US"/>
            <a:t>Parents are critical purveyors of local economy</a:t>
          </a:r>
        </a:p>
      </dgm:t>
    </dgm:pt>
    <dgm:pt modelId="{795904C0-8F7C-4121-BACF-9CC3DAF3F886}" type="parTrans" cxnId="{EC538B09-BC9E-4386-B51B-6420887A09F8}">
      <dgm:prSet/>
      <dgm:spPr/>
      <dgm:t>
        <a:bodyPr/>
        <a:lstStyle/>
        <a:p>
          <a:endParaRPr lang="en-US"/>
        </a:p>
      </dgm:t>
    </dgm:pt>
    <dgm:pt modelId="{6E5209A7-7FE3-4F8B-91BA-A76A6DAD10E1}" type="sibTrans" cxnId="{EC538B09-BC9E-4386-B51B-6420887A09F8}">
      <dgm:prSet/>
      <dgm:spPr/>
      <dgm:t>
        <a:bodyPr/>
        <a:lstStyle/>
        <a:p>
          <a:endParaRPr lang="en-US"/>
        </a:p>
      </dgm:t>
    </dgm:pt>
    <dgm:pt modelId="{6EC05FFA-992F-40FC-8D05-F9A9F165A146}">
      <dgm:prSet/>
      <dgm:spPr/>
      <dgm:t>
        <a:bodyPr/>
        <a:lstStyle/>
        <a:p>
          <a:r>
            <a:rPr lang="en-US"/>
            <a:t>Expectations of educational attainment</a:t>
          </a:r>
        </a:p>
      </dgm:t>
    </dgm:pt>
    <dgm:pt modelId="{DC93C398-CB63-4522-A009-E8BC214A6D05}" type="parTrans" cxnId="{38DA0B9F-F5E8-4A6F-B06A-9CE723E39BF8}">
      <dgm:prSet/>
      <dgm:spPr/>
      <dgm:t>
        <a:bodyPr/>
        <a:lstStyle/>
        <a:p>
          <a:endParaRPr lang="en-US"/>
        </a:p>
      </dgm:t>
    </dgm:pt>
    <dgm:pt modelId="{AD65AE38-D2F3-4198-9BE1-AD3859EF9DEF}" type="sibTrans" cxnId="{38DA0B9F-F5E8-4A6F-B06A-9CE723E39BF8}">
      <dgm:prSet/>
      <dgm:spPr/>
      <dgm:t>
        <a:bodyPr/>
        <a:lstStyle/>
        <a:p>
          <a:endParaRPr lang="en-US"/>
        </a:p>
      </dgm:t>
    </dgm:pt>
    <dgm:pt modelId="{BCEC4A35-2A8D-426C-BECF-E3BC72B6BE08}">
      <dgm:prSet/>
      <dgm:spPr/>
      <dgm:t>
        <a:bodyPr/>
        <a:lstStyle/>
        <a:p>
          <a:r>
            <a:rPr lang="en-US"/>
            <a:t>Parents understanding of higher education</a:t>
          </a:r>
        </a:p>
      </dgm:t>
    </dgm:pt>
    <dgm:pt modelId="{6EF01863-E358-4338-BB6A-1C31A96C8B19}" type="parTrans" cxnId="{633A2273-393C-47D4-B564-E3404FBFBE9B}">
      <dgm:prSet/>
      <dgm:spPr/>
      <dgm:t>
        <a:bodyPr/>
        <a:lstStyle/>
        <a:p>
          <a:endParaRPr lang="en-US"/>
        </a:p>
      </dgm:t>
    </dgm:pt>
    <dgm:pt modelId="{22966A12-1C4A-4228-8A43-E67EEAF2502F}" type="sibTrans" cxnId="{633A2273-393C-47D4-B564-E3404FBFBE9B}">
      <dgm:prSet/>
      <dgm:spPr/>
      <dgm:t>
        <a:bodyPr/>
        <a:lstStyle/>
        <a:p>
          <a:endParaRPr lang="en-US"/>
        </a:p>
      </dgm:t>
    </dgm:pt>
    <dgm:pt modelId="{260BC8F8-171E-4185-836D-6777ED15FF38}">
      <dgm:prSet/>
      <dgm:spPr/>
      <dgm:t>
        <a:bodyPr/>
        <a:lstStyle/>
        <a:p>
          <a:r>
            <a:rPr lang="en-US" b="1"/>
            <a:t>Aspirations and attributes of the individual youth</a:t>
          </a:r>
          <a:endParaRPr lang="en-US"/>
        </a:p>
      </dgm:t>
    </dgm:pt>
    <dgm:pt modelId="{DA0B1871-CA14-4B2A-9BE9-0D7941921351}" type="parTrans" cxnId="{5C755F64-78AC-48B4-B873-C484699CE107}">
      <dgm:prSet/>
      <dgm:spPr/>
      <dgm:t>
        <a:bodyPr/>
        <a:lstStyle/>
        <a:p>
          <a:endParaRPr lang="en-US"/>
        </a:p>
      </dgm:t>
    </dgm:pt>
    <dgm:pt modelId="{DC5A9AD8-56B7-4CC0-8C10-CB23138B8022}" type="sibTrans" cxnId="{5C755F64-78AC-48B4-B873-C484699CE107}">
      <dgm:prSet/>
      <dgm:spPr/>
      <dgm:t>
        <a:bodyPr/>
        <a:lstStyle/>
        <a:p>
          <a:endParaRPr lang="en-US"/>
        </a:p>
      </dgm:t>
    </dgm:pt>
    <dgm:pt modelId="{34E41C8C-8AB3-41F1-81F2-2C3A5554E216}">
      <dgm:prSet/>
      <dgm:spPr/>
      <dgm:t>
        <a:bodyPr/>
        <a:lstStyle/>
        <a:p>
          <a:r>
            <a:rPr lang="en-US"/>
            <a:t>Self-efficacy</a:t>
          </a:r>
        </a:p>
      </dgm:t>
    </dgm:pt>
    <dgm:pt modelId="{24BF0B8D-5026-4F24-BC8E-30C851447E69}" type="parTrans" cxnId="{C7ADBC30-C229-4205-BB02-F2D3C41433BF}">
      <dgm:prSet/>
      <dgm:spPr/>
      <dgm:t>
        <a:bodyPr/>
        <a:lstStyle/>
        <a:p>
          <a:endParaRPr lang="en-US"/>
        </a:p>
      </dgm:t>
    </dgm:pt>
    <dgm:pt modelId="{9F94C502-A543-424E-B56B-6D12B3375AF3}" type="sibTrans" cxnId="{C7ADBC30-C229-4205-BB02-F2D3C41433BF}">
      <dgm:prSet/>
      <dgm:spPr/>
      <dgm:t>
        <a:bodyPr/>
        <a:lstStyle/>
        <a:p>
          <a:endParaRPr lang="en-US"/>
        </a:p>
      </dgm:t>
    </dgm:pt>
    <dgm:pt modelId="{21D233CE-E3AD-4705-A6EC-96C32519664A}">
      <dgm:prSet/>
      <dgm:spPr/>
      <dgm:t>
        <a:bodyPr/>
        <a:lstStyle/>
        <a:p>
          <a:r>
            <a:rPr lang="en-US"/>
            <a:t>Race and ethnicity</a:t>
          </a:r>
        </a:p>
      </dgm:t>
    </dgm:pt>
    <dgm:pt modelId="{C406E0AD-2C4B-46E3-803F-E84C74830AEC}" type="parTrans" cxnId="{94373CE9-3C3F-4F6A-8884-E5F715B49074}">
      <dgm:prSet/>
      <dgm:spPr/>
      <dgm:t>
        <a:bodyPr/>
        <a:lstStyle/>
        <a:p>
          <a:endParaRPr lang="en-US"/>
        </a:p>
      </dgm:t>
    </dgm:pt>
    <dgm:pt modelId="{014FE2A9-07E6-42E2-B837-11DED314664A}" type="sibTrans" cxnId="{94373CE9-3C3F-4F6A-8884-E5F715B49074}">
      <dgm:prSet/>
      <dgm:spPr/>
      <dgm:t>
        <a:bodyPr/>
        <a:lstStyle/>
        <a:p>
          <a:endParaRPr lang="en-US"/>
        </a:p>
      </dgm:t>
    </dgm:pt>
    <dgm:pt modelId="{0AC92DA7-AAB9-48F2-B2B4-B8D68E961F20}">
      <dgm:prSet/>
      <dgm:spPr/>
      <dgm:t>
        <a:bodyPr/>
        <a:lstStyle/>
        <a:p>
          <a:r>
            <a:rPr lang="en-US"/>
            <a:t>From a rural area</a:t>
          </a:r>
        </a:p>
      </dgm:t>
    </dgm:pt>
    <dgm:pt modelId="{0B3A6BBA-79A6-4B2C-A0B9-CF2819035118}" type="parTrans" cxnId="{936BC7E0-D81B-4F3D-8767-96EAED2E8EB5}">
      <dgm:prSet/>
      <dgm:spPr/>
      <dgm:t>
        <a:bodyPr/>
        <a:lstStyle/>
        <a:p>
          <a:endParaRPr lang="en-US"/>
        </a:p>
      </dgm:t>
    </dgm:pt>
    <dgm:pt modelId="{DB06D41F-355A-499F-88A2-33BC98A864E7}" type="sibTrans" cxnId="{936BC7E0-D81B-4F3D-8767-96EAED2E8EB5}">
      <dgm:prSet/>
      <dgm:spPr/>
      <dgm:t>
        <a:bodyPr/>
        <a:lstStyle/>
        <a:p>
          <a:endParaRPr lang="en-US"/>
        </a:p>
      </dgm:t>
    </dgm:pt>
    <dgm:pt modelId="{269C5FEA-BC74-431D-8C71-B89688861802}">
      <dgm:prSet/>
      <dgm:spPr/>
      <dgm:t>
        <a:bodyPr/>
        <a:lstStyle/>
        <a:p>
          <a:r>
            <a:rPr lang="en-US"/>
            <a:t>Gender</a:t>
          </a:r>
        </a:p>
      </dgm:t>
    </dgm:pt>
    <dgm:pt modelId="{4C6FBA54-1DAA-45BD-B854-6E95EE327B27}" type="parTrans" cxnId="{4707B7F9-AE9F-4A03-AB8A-552576B2DF23}">
      <dgm:prSet/>
      <dgm:spPr/>
      <dgm:t>
        <a:bodyPr/>
        <a:lstStyle/>
        <a:p>
          <a:endParaRPr lang="en-US"/>
        </a:p>
      </dgm:t>
    </dgm:pt>
    <dgm:pt modelId="{94E3465E-5C23-4AA8-ADEF-DA78A9501EF1}" type="sibTrans" cxnId="{4707B7F9-AE9F-4A03-AB8A-552576B2DF23}">
      <dgm:prSet/>
      <dgm:spPr/>
      <dgm:t>
        <a:bodyPr/>
        <a:lstStyle/>
        <a:p>
          <a:endParaRPr lang="en-US"/>
        </a:p>
      </dgm:t>
    </dgm:pt>
    <dgm:pt modelId="{4D560E5A-73FA-3845-B210-E8FFE4B0E10F}">
      <dgm:prSet/>
      <dgm:spPr/>
      <dgm:t>
        <a:bodyPr/>
        <a:lstStyle/>
        <a:p>
          <a:r>
            <a:rPr lang="en-US" dirty="0"/>
            <a:t>Connection between youth and local opportunities.</a:t>
          </a:r>
        </a:p>
      </dgm:t>
    </dgm:pt>
    <dgm:pt modelId="{978CE42C-CF9B-F646-A2B1-22B0B96E15E6}" type="parTrans" cxnId="{949BF911-33D4-E147-913E-EE51167105A0}">
      <dgm:prSet/>
      <dgm:spPr/>
      <dgm:t>
        <a:bodyPr/>
        <a:lstStyle/>
        <a:p>
          <a:endParaRPr lang="en-US"/>
        </a:p>
      </dgm:t>
    </dgm:pt>
    <dgm:pt modelId="{BDB26858-72BE-0E42-8BFB-A8623B9A7796}" type="sibTrans" cxnId="{949BF911-33D4-E147-913E-EE51167105A0}">
      <dgm:prSet/>
      <dgm:spPr/>
      <dgm:t>
        <a:bodyPr/>
        <a:lstStyle/>
        <a:p>
          <a:endParaRPr lang="en-US"/>
        </a:p>
      </dgm:t>
    </dgm:pt>
    <dgm:pt modelId="{4F60D487-929B-5B4E-98E5-47F98D4611C1}" type="pres">
      <dgm:prSet presAssocID="{8555588A-FCB1-4E4A-BFDE-851B868D414C}" presName="Name0" presStyleCnt="0">
        <dgm:presLayoutVars>
          <dgm:dir/>
          <dgm:animLvl val="lvl"/>
          <dgm:resizeHandles val="exact"/>
        </dgm:presLayoutVars>
      </dgm:prSet>
      <dgm:spPr/>
    </dgm:pt>
    <dgm:pt modelId="{21C5F4CB-0F71-EF40-AF28-C682C5BD77DE}" type="pres">
      <dgm:prSet presAssocID="{0E219A24-0604-4157-9D3D-104EAC1A4DC2}" presName="composite" presStyleCnt="0"/>
      <dgm:spPr/>
    </dgm:pt>
    <dgm:pt modelId="{EDECCB06-E221-F747-ABC0-B4BE418D18F5}" type="pres">
      <dgm:prSet presAssocID="{0E219A24-0604-4157-9D3D-104EAC1A4DC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BC390EB-B54E-C641-8209-C927590EA9CE}" type="pres">
      <dgm:prSet presAssocID="{0E219A24-0604-4157-9D3D-104EAC1A4DC2}" presName="desTx" presStyleLbl="alignAccFollowNode1" presStyleIdx="0" presStyleCnt="4">
        <dgm:presLayoutVars>
          <dgm:bulletEnabled val="1"/>
        </dgm:presLayoutVars>
      </dgm:prSet>
      <dgm:spPr/>
    </dgm:pt>
    <dgm:pt modelId="{03926D86-E3B2-ED48-9F71-FE338410E00B}" type="pres">
      <dgm:prSet presAssocID="{FB86B8A1-F103-4E1A-80A8-75DD5155F72F}" presName="space" presStyleCnt="0"/>
      <dgm:spPr/>
    </dgm:pt>
    <dgm:pt modelId="{81A920F6-6598-5F49-B871-4B4478FCE675}" type="pres">
      <dgm:prSet presAssocID="{8FA04487-3FEB-45B9-88AD-BFF4B542EFC8}" presName="composite" presStyleCnt="0"/>
      <dgm:spPr/>
    </dgm:pt>
    <dgm:pt modelId="{3464D9E9-8B5E-3342-B638-B098E13C60D6}" type="pres">
      <dgm:prSet presAssocID="{8FA04487-3FEB-45B9-88AD-BFF4B542EFC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70E58115-F0D4-7B4E-9166-0A6E39478617}" type="pres">
      <dgm:prSet presAssocID="{8FA04487-3FEB-45B9-88AD-BFF4B542EFC8}" presName="desTx" presStyleLbl="alignAccFollowNode1" presStyleIdx="1" presStyleCnt="4">
        <dgm:presLayoutVars>
          <dgm:bulletEnabled val="1"/>
        </dgm:presLayoutVars>
      </dgm:prSet>
      <dgm:spPr/>
    </dgm:pt>
    <dgm:pt modelId="{BDD8D2D8-71CD-4C4D-8C34-C923CCA55049}" type="pres">
      <dgm:prSet presAssocID="{118BB26A-DDB2-4E3D-8950-7BA4D43FE5E4}" presName="space" presStyleCnt="0"/>
      <dgm:spPr/>
    </dgm:pt>
    <dgm:pt modelId="{10CCE854-1574-AA4D-94F4-45DF4DC0729C}" type="pres">
      <dgm:prSet presAssocID="{068F1804-1408-4C7A-B468-76C60B2ECC83}" presName="composite" presStyleCnt="0"/>
      <dgm:spPr/>
    </dgm:pt>
    <dgm:pt modelId="{3FE2C1D0-32D3-CF4E-8CE5-88AF69EC718D}" type="pres">
      <dgm:prSet presAssocID="{068F1804-1408-4C7A-B468-76C60B2ECC8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0E506F91-94CF-4F48-BACD-4A1F57F44701}" type="pres">
      <dgm:prSet presAssocID="{068F1804-1408-4C7A-B468-76C60B2ECC83}" presName="desTx" presStyleLbl="alignAccFollowNode1" presStyleIdx="2" presStyleCnt="4">
        <dgm:presLayoutVars>
          <dgm:bulletEnabled val="1"/>
        </dgm:presLayoutVars>
      </dgm:prSet>
      <dgm:spPr/>
    </dgm:pt>
    <dgm:pt modelId="{44FA4B4B-74BD-604F-BE65-E2E1B2321320}" type="pres">
      <dgm:prSet presAssocID="{7F94232A-F8B6-43F4-B7D4-67F52B759696}" presName="space" presStyleCnt="0"/>
      <dgm:spPr/>
    </dgm:pt>
    <dgm:pt modelId="{20682FF5-1C43-A84F-BF8D-132864A5D7DD}" type="pres">
      <dgm:prSet presAssocID="{260BC8F8-171E-4185-836D-6777ED15FF38}" presName="composite" presStyleCnt="0"/>
      <dgm:spPr/>
    </dgm:pt>
    <dgm:pt modelId="{EBE02345-D335-6441-93EB-215F2FCB8DE0}" type="pres">
      <dgm:prSet presAssocID="{260BC8F8-171E-4185-836D-6777ED15FF38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26C3931-459E-BB46-A256-295BF0E072A9}" type="pres">
      <dgm:prSet presAssocID="{260BC8F8-171E-4185-836D-6777ED15FF38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BA9D3804-C635-4A43-B380-13FDBAFA1680}" srcId="{8FA04487-3FEB-45B9-88AD-BFF4B542EFC8}" destId="{B66E0B9B-A8A2-4C87-BC13-43B47836761C}" srcOrd="0" destOrd="0" parTransId="{1AC58DF5-4AD7-46FA-8C7B-F4848F96ED12}" sibTransId="{0B94106F-EC42-4A69-B890-643210B7A339}"/>
    <dgm:cxn modelId="{EC538B09-BC9E-4386-B51B-6420887A09F8}" srcId="{068F1804-1408-4C7A-B468-76C60B2ECC83}" destId="{62B830C1-1A23-452C-870F-3A5C198EC8D2}" srcOrd="3" destOrd="0" parTransId="{795904C0-8F7C-4121-BACF-9CC3DAF3F886}" sibTransId="{6E5209A7-7FE3-4F8B-91BA-A76A6DAD10E1}"/>
    <dgm:cxn modelId="{9F07910C-0779-D74E-A313-447E2099BDE5}" type="presOf" srcId="{269C5FEA-BC74-431D-8C71-B89688861802}" destId="{C26C3931-459E-BB46-A256-295BF0E072A9}" srcOrd="0" destOrd="3" presId="urn:microsoft.com/office/officeart/2005/8/layout/hList1"/>
    <dgm:cxn modelId="{949BF911-33D4-E147-913E-EE51167105A0}" srcId="{0E219A24-0604-4157-9D3D-104EAC1A4DC2}" destId="{4D560E5A-73FA-3845-B210-E8FFE4B0E10F}" srcOrd="2" destOrd="0" parTransId="{978CE42C-CF9B-F646-A2B1-22B0B96E15E6}" sibTransId="{BDB26858-72BE-0E42-8BFB-A8623B9A7796}"/>
    <dgm:cxn modelId="{64167516-5419-A640-9712-75227C87882E}" type="presOf" srcId="{C224350D-8582-4101-BED4-9A08083E38D0}" destId="{70E58115-F0D4-7B4E-9166-0A6E39478617}" srcOrd="0" destOrd="1" presId="urn:microsoft.com/office/officeart/2005/8/layout/hList1"/>
    <dgm:cxn modelId="{679AA21E-BFC9-4B07-8E04-493287066875}" srcId="{8555588A-FCB1-4E4A-BFDE-851B868D414C}" destId="{068F1804-1408-4C7A-B468-76C60B2ECC83}" srcOrd="2" destOrd="0" parTransId="{13464C2D-78DA-416E-A963-B4E45DED9CA7}" sibTransId="{7F94232A-F8B6-43F4-B7D4-67F52B759696}"/>
    <dgm:cxn modelId="{E1273820-7977-0540-940E-5CB9BA7E74F3}" type="presOf" srcId="{8FA04487-3FEB-45B9-88AD-BFF4B542EFC8}" destId="{3464D9E9-8B5E-3342-B638-B098E13C60D6}" srcOrd="0" destOrd="0" presId="urn:microsoft.com/office/officeart/2005/8/layout/hList1"/>
    <dgm:cxn modelId="{F8E4DD25-6B35-3640-92E6-2AC98ADD07C6}" type="presOf" srcId="{6132A270-889C-4276-986D-81E088837350}" destId="{0E506F91-94CF-4F48-BACD-4A1F57F44701}" srcOrd="0" destOrd="1" presId="urn:microsoft.com/office/officeart/2005/8/layout/hList1"/>
    <dgm:cxn modelId="{D99DFC2B-4AB5-43B0-9877-8EEA25DC8BEB}" srcId="{0E219A24-0604-4157-9D3D-104EAC1A4DC2}" destId="{65297E2C-9D97-40A0-A042-D0F663266CA1}" srcOrd="0" destOrd="0" parTransId="{3E36C535-E091-439A-8ACC-46DB73F20035}" sibTransId="{9E41DA5A-D2B7-4897-B041-376CD8FBEB6E}"/>
    <dgm:cxn modelId="{C7ADBC30-C229-4205-BB02-F2D3C41433BF}" srcId="{260BC8F8-171E-4185-836D-6777ED15FF38}" destId="{34E41C8C-8AB3-41F1-81F2-2C3A5554E216}" srcOrd="0" destOrd="0" parTransId="{24BF0B8D-5026-4F24-BC8E-30C851447E69}" sibTransId="{9F94C502-A543-424E-B56B-6D12B3375AF3}"/>
    <dgm:cxn modelId="{223D2D33-3571-4E81-AAB4-C09C05F902BA}" srcId="{068F1804-1408-4C7A-B468-76C60B2ECC83}" destId="{015E7434-6850-4DCB-89C0-C9EBCD7240CB}" srcOrd="0" destOrd="0" parTransId="{07E4504D-EF80-4768-801F-AEC279C23304}" sibTransId="{12202643-AE25-430E-ABDC-D628DC3EFEEB}"/>
    <dgm:cxn modelId="{B20BFC3B-B651-406E-A4A3-752F0DC3A8F1}" srcId="{068F1804-1408-4C7A-B468-76C60B2ECC83}" destId="{6132A270-889C-4276-986D-81E088837350}" srcOrd="1" destOrd="0" parTransId="{2CAD8BE4-E650-475B-86CC-B1F5BA4E96CD}" sibTransId="{60A746F4-36DE-416B-9C72-AA8C8C801196}"/>
    <dgm:cxn modelId="{D9BA1E41-E1BB-4356-B41F-8D93FFB0988C}" srcId="{8555588A-FCB1-4E4A-BFDE-851B868D414C}" destId="{0E219A24-0604-4157-9D3D-104EAC1A4DC2}" srcOrd="0" destOrd="0" parTransId="{EF36EBB4-43C5-45E2-AC14-47156B724DD4}" sibTransId="{FB86B8A1-F103-4E1A-80A8-75DD5155F72F}"/>
    <dgm:cxn modelId="{742E6843-9503-5F42-BF4F-3BDC00E87F72}" type="presOf" srcId="{F50C9013-C6CA-4CCD-982A-205D404F301A}" destId="{DBC390EB-B54E-C641-8209-C927590EA9CE}" srcOrd="0" destOrd="1" presId="urn:microsoft.com/office/officeart/2005/8/layout/hList1"/>
    <dgm:cxn modelId="{54B3EA4B-A9D8-BE47-98E9-7F33AAB7BE0E}" type="presOf" srcId="{65297E2C-9D97-40A0-A042-D0F663266CA1}" destId="{DBC390EB-B54E-C641-8209-C927590EA9CE}" srcOrd="0" destOrd="0" presId="urn:microsoft.com/office/officeart/2005/8/layout/hList1"/>
    <dgm:cxn modelId="{937D3E4E-60F3-1441-8FC9-75B5BC152851}" type="presOf" srcId="{6EC05FFA-992F-40FC-8D05-F9A9F165A146}" destId="{0E506F91-94CF-4F48-BACD-4A1F57F44701}" srcOrd="0" destOrd="4" presId="urn:microsoft.com/office/officeart/2005/8/layout/hList1"/>
    <dgm:cxn modelId="{5C755F64-78AC-48B4-B873-C484699CE107}" srcId="{8555588A-FCB1-4E4A-BFDE-851B868D414C}" destId="{260BC8F8-171E-4185-836D-6777ED15FF38}" srcOrd="3" destOrd="0" parTransId="{DA0B1871-CA14-4B2A-9BE9-0D7941921351}" sibTransId="{DC5A9AD8-56B7-4CC0-8C10-CB23138B8022}"/>
    <dgm:cxn modelId="{085BDD66-03A5-A540-AFD9-A068B0BD8CFC}" type="presOf" srcId="{21D233CE-E3AD-4705-A6EC-96C32519664A}" destId="{C26C3931-459E-BB46-A256-295BF0E072A9}" srcOrd="0" destOrd="1" presId="urn:microsoft.com/office/officeart/2005/8/layout/hList1"/>
    <dgm:cxn modelId="{06A34F6F-6073-4DC5-B762-8D2A5BB511A6}" srcId="{8FA04487-3FEB-45B9-88AD-BFF4B542EFC8}" destId="{22F29080-15B8-41DF-89E3-70310FE57877}" srcOrd="2" destOrd="0" parTransId="{1F560800-474F-425E-AA44-100178937CB5}" sibTransId="{E21AA9A8-FC99-43F1-8450-AC4F9AB07DEB}"/>
    <dgm:cxn modelId="{94A86D70-77B5-F949-A615-D0AA8CEF755E}" type="presOf" srcId="{260BC8F8-171E-4185-836D-6777ED15FF38}" destId="{EBE02345-D335-6441-93EB-215F2FCB8DE0}" srcOrd="0" destOrd="0" presId="urn:microsoft.com/office/officeart/2005/8/layout/hList1"/>
    <dgm:cxn modelId="{C4FB9971-0B99-4B48-8359-760CA94F3E57}" type="presOf" srcId="{4D560E5A-73FA-3845-B210-E8FFE4B0E10F}" destId="{DBC390EB-B54E-C641-8209-C927590EA9CE}" srcOrd="0" destOrd="2" presId="urn:microsoft.com/office/officeart/2005/8/layout/hList1"/>
    <dgm:cxn modelId="{633A2273-393C-47D4-B564-E3404FBFBE9B}" srcId="{068F1804-1408-4C7A-B468-76C60B2ECC83}" destId="{BCEC4A35-2A8D-426C-BECF-E3BC72B6BE08}" srcOrd="5" destOrd="0" parTransId="{6EF01863-E358-4338-BB6A-1C31A96C8B19}" sibTransId="{22966A12-1C4A-4228-8A43-E67EEAF2502F}"/>
    <dgm:cxn modelId="{E8D71584-21FC-45A4-85E7-86C2D35CE378}" srcId="{068F1804-1408-4C7A-B468-76C60B2ECC83}" destId="{A5916819-4984-4B4C-B2CF-C038CBF9B681}" srcOrd="2" destOrd="0" parTransId="{E23A2535-5060-4ABB-95F9-8496170CE02E}" sibTransId="{24C1C3A3-C7BF-4557-AE60-49B4237257C2}"/>
    <dgm:cxn modelId="{10C11085-FCFB-964D-8347-300DE6AAEBD9}" type="presOf" srcId="{BCEC4A35-2A8D-426C-BECF-E3BC72B6BE08}" destId="{0E506F91-94CF-4F48-BACD-4A1F57F44701}" srcOrd="0" destOrd="5" presId="urn:microsoft.com/office/officeart/2005/8/layout/hList1"/>
    <dgm:cxn modelId="{E1A5D586-D554-1942-B8B4-D38FCF4EF529}" type="presOf" srcId="{068F1804-1408-4C7A-B468-76C60B2ECC83}" destId="{3FE2C1D0-32D3-CF4E-8CE5-88AF69EC718D}" srcOrd="0" destOrd="0" presId="urn:microsoft.com/office/officeart/2005/8/layout/hList1"/>
    <dgm:cxn modelId="{5507DA8C-5865-9C45-A540-D6D69EB634D4}" type="presOf" srcId="{B66E0B9B-A8A2-4C87-BC13-43B47836761C}" destId="{70E58115-F0D4-7B4E-9166-0A6E39478617}" srcOrd="0" destOrd="0" presId="urn:microsoft.com/office/officeart/2005/8/layout/hList1"/>
    <dgm:cxn modelId="{5F9DC691-B08A-114D-825A-5375DAAFCB0F}" type="presOf" srcId="{015E7434-6850-4DCB-89C0-C9EBCD7240CB}" destId="{0E506F91-94CF-4F48-BACD-4A1F57F44701}" srcOrd="0" destOrd="0" presId="urn:microsoft.com/office/officeart/2005/8/layout/hList1"/>
    <dgm:cxn modelId="{1946D094-D61F-4A49-B567-BE58DBD72FE9}" srcId="{8555588A-FCB1-4E4A-BFDE-851B868D414C}" destId="{8FA04487-3FEB-45B9-88AD-BFF4B542EFC8}" srcOrd="1" destOrd="0" parTransId="{28D13D0A-97D2-48EE-873B-C6DAE9AF3C29}" sibTransId="{118BB26A-DDB2-4E3D-8950-7BA4D43FE5E4}"/>
    <dgm:cxn modelId="{38DA0B9F-F5E8-4A6F-B06A-9CE723E39BF8}" srcId="{068F1804-1408-4C7A-B468-76C60B2ECC83}" destId="{6EC05FFA-992F-40FC-8D05-F9A9F165A146}" srcOrd="4" destOrd="0" parTransId="{DC93C398-CB63-4522-A009-E8BC214A6D05}" sibTransId="{AD65AE38-D2F3-4198-9BE1-AD3859EF9DEF}"/>
    <dgm:cxn modelId="{22A20BA0-5E0B-FC45-B5BC-4D3245E5558F}" type="presOf" srcId="{0E219A24-0604-4157-9D3D-104EAC1A4DC2}" destId="{EDECCB06-E221-F747-ABC0-B4BE418D18F5}" srcOrd="0" destOrd="0" presId="urn:microsoft.com/office/officeart/2005/8/layout/hList1"/>
    <dgm:cxn modelId="{66E0EDAB-BB37-44A8-A9B9-940D47871585}" srcId="{8FA04487-3FEB-45B9-88AD-BFF4B542EFC8}" destId="{C224350D-8582-4101-BED4-9A08083E38D0}" srcOrd="1" destOrd="0" parTransId="{4A87C69B-7A1D-45DA-8489-190EE3983C54}" sibTransId="{03384339-84E1-415D-8184-12A818002134}"/>
    <dgm:cxn modelId="{EB0A82BB-F20C-EA4E-8ED1-CFDDF3A2FD14}" type="presOf" srcId="{22F29080-15B8-41DF-89E3-70310FE57877}" destId="{70E58115-F0D4-7B4E-9166-0A6E39478617}" srcOrd="0" destOrd="2" presId="urn:microsoft.com/office/officeart/2005/8/layout/hList1"/>
    <dgm:cxn modelId="{9A81ECC3-F6D9-924D-86ED-B20BDA4EBF24}" type="presOf" srcId="{62B830C1-1A23-452C-870F-3A5C198EC8D2}" destId="{0E506F91-94CF-4F48-BACD-4A1F57F44701}" srcOrd="0" destOrd="3" presId="urn:microsoft.com/office/officeart/2005/8/layout/hList1"/>
    <dgm:cxn modelId="{507833CC-79A1-456B-8BF5-C0487A09E9B0}" srcId="{0E219A24-0604-4157-9D3D-104EAC1A4DC2}" destId="{F50C9013-C6CA-4CCD-982A-205D404F301A}" srcOrd="1" destOrd="0" parTransId="{9737A719-FED1-4DA7-99BF-5658B50624DE}" sibTransId="{25875CD2-12D8-4008-8958-F638448068D4}"/>
    <dgm:cxn modelId="{5D535FD6-F75F-7E44-82FB-91E8C2C6B04B}" type="presOf" srcId="{34E41C8C-8AB3-41F1-81F2-2C3A5554E216}" destId="{C26C3931-459E-BB46-A256-295BF0E072A9}" srcOrd="0" destOrd="0" presId="urn:microsoft.com/office/officeart/2005/8/layout/hList1"/>
    <dgm:cxn modelId="{D7BF1FDD-E7F8-FD4C-AA6B-F09B90F2EBCD}" type="presOf" srcId="{0AC92DA7-AAB9-48F2-B2B4-B8D68E961F20}" destId="{C26C3931-459E-BB46-A256-295BF0E072A9}" srcOrd="0" destOrd="2" presId="urn:microsoft.com/office/officeart/2005/8/layout/hList1"/>
    <dgm:cxn modelId="{936BC7E0-D81B-4F3D-8767-96EAED2E8EB5}" srcId="{260BC8F8-171E-4185-836D-6777ED15FF38}" destId="{0AC92DA7-AAB9-48F2-B2B4-B8D68E961F20}" srcOrd="2" destOrd="0" parTransId="{0B3A6BBA-79A6-4B2C-A0B9-CF2819035118}" sibTransId="{DB06D41F-355A-499F-88A2-33BC98A864E7}"/>
    <dgm:cxn modelId="{8E878DE4-9808-4746-B44D-8C5A7FDADD9E}" type="presOf" srcId="{A5916819-4984-4B4C-B2CF-C038CBF9B681}" destId="{0E506F91-94CF-4F48-BACD-4A1F57F44701}" srcOrd="0" destOrd="2" presId="urn:microsoft.com/office/officeart/2005/8/layout/hList1"/>
    <dgm:cxn modelId="{FAECA2E5-DE43-8640-970E-3FAD2509E012}" type="presOf" srcId="{8555588A-FCB1-4E4A-BFDE-851B868D414C}" destId="{4F60D487-929B-5B4E-98E5-47F98D4611C1}" srcOrd="0" destOrd="0" presId="urn:microsoft.com/office/officeart/2005/8/layout/hList1"/>
    <dgm:cxn modelId="{94373CE9-3C3F-4F6A-8884-E5F715B49074}" srcId="{260BC8F8-171E-4185-836D-6777ED15FF38}" destId="{21D233CE-E3AD-4705-A6EC-96C32519664A}" srcOrd="1" destOrd="0" parTransId="{C406E0AD-2C4B-46E3-803F-E84C74830AEC}" sibTransId="{014FE2A9-07E6-42E2-B837-11DED314664A}"/>
    <dgm:cxn modelId="{4707B7F9-AE9F-4A03-AB8A-552576B2DF23}" srcId="{260BC8F8-171E-4185-836D-6777ED15FF38}" destId="{269C5FEA-BC74-431D-8C71-B89688861802}" srcOrd="3" destOrd="0" parTransId="{4C6FBA54-1DAA-45BD-B854-6E95EE327B27}" sibTransId="{94E3465E-5C23-4AA8-ADEF-DA78A9501EF1}"/>
    <dgm:cxn modelId="{D3EA6BCE-99D5-384E-99EB-6470C3BD963F}" type="presParOf" srcId="{4F60D487-929B-5B4E-98E5-47F98D4611C1}" destId="{21C5F4CB-0F71-EF40-AF28-C682C5BD77DE}" srcOrd="0" destOrd="0" presId="urn:microsoft.com/office/officeart/2005/8/layout/hList1"/>
    <dgm:cxn modelId="{AE8BD7EB-B1A5-4E45-83A8-B49639D8BB11}" type="presParOf" srcId="{21C5F4CB-0F71-EF40-AF28-C682C5BD77DE}" destId="{EDECCB06-E221-F747-ABC0-B4BE418D18F5}" srcOrd="0" destOrd="0" presId="urn:microsoft.com/office/officeart/2005/8/layout/hList1"/>
    <dgm:cxn modelId="{7F97BEA8-116D-514F-9180-10127A4B0C94}" type="presParOf" srcId="{21C5F4CB-0F71-EF40-AF28-C682C5BD77DE}" destId="{DBC390EB-B54E-C641-8209-C927590EA9CE}" srcOrd="1" destOrd="0" presId="urn:microsoft.com/office/officeart/2005/8/layout/hList1"/>
    <dgm:cxn modelId="{7F1447BD-5F93-6545-B54A-B727F34A5F9E}" type="presParOf" srcId="{4F60D487-929B-5B4E-98E5-47F98D4611C1}" destId="{03926D86-E3B2-ED48-9F71-FE338410E00B}" srcOrd="1" destOrd="0" presId="urn:microsoft.com/office/officeart/2005/8/layout/hList1"/>
    <dgm:cxn modelId="{DE0FAD2A-5E4E-8642-8C0A-15104F0A15ED}" type="presParOf" srcId="{4F60D487-929B-5B4E-98E5-47F98D4611C1}" destId="{81A920F6-6598-5F49-B871-4B4478FCE675}" srcOrd="2" destOrd="0" presId="urn:microsoft.com/office/officeart/2005/8/layout/hList1"/>
    <dgm:cxn modelId="{F39E2EA5-2243-A243-B615-247B9746660A}" type="presParOf" srcId="{81A920F6-6598-5F49-B871-4B4478FCE675}" destId="{3464D9E9-8B5E-3342-B638-B098E13C60D6}" srcOrd="0" destOrd="0" presId="urn:microsoft.com/office/officeart/2005/8/layout/hList1"/>
    <dgm:cxn modelId="{383DEEA9-1F40-4C40-A7A7-F8816362B0F9}" type="presParOf" srcId="{81A920F6-6598-5F49-B871-4B4478FCE675}" destId="{70E58115-F0D4-7B4E-9166-0A6E39478617}" srcOrd="1" destOrd="0" presId="urn:microsoft.com/office/officeart/2005/8/layout/hList1"/>
    <dgm:cxn modelId="{C19F1C57-0D01-2F45-B18B-D3112A9AF3ED}" type="presParOf" srcId="{4F60D487-929B-5B4E-98E5-47F98D4611C1}" destId="{BDD8D2D8-71CD-4C4D-8C34-C923CCA55049}" srcOrd="3" destOrd="0" presId="urn:microsoft.com/office/officeart/2005/8/layout/hList1"/>
    <dgm:cxn modelId="{1E2049DE-614E-694F-952A-EBCB76DA4A4A}" type="presParOf" srcId="{4F60D487-929B-5B4E-98E5-47F98D4611C1}" destId="{10CCE854-1574-AA4D-94F4-45DF4DC0729C}" srcOrd="4" destOrd="0" presId="urn:microsoft.com/office/officeart/2005/8/layout/hList1"/>
    <dgm:cxn modelId="{A9470565-A283-2045-8DC6-6A030C3F781D}" type="presParOf" srcId="{10CCE854-1574-AA4D-94F4-45DF4DC0729C}" destId="{3FE2C1D0-32D3-CF4E-8CE5-88AF69EC718D}" srcOrd="0" destOrd="0" presId="urn:microsoft.com/office/officeart/2005/8/layout/hList1"/>
    <dgm:cxn modelId="{3A7A479D-1A9D-D44F-AFA1-D994086EAA26}" type="presParOf" srcId="{10CCE854-1574-AA4D-94F4-45DF4DC0729C}" destId="{0E506F91-94CF-4F48-BACD-4A1F57F44701}" srcOrd="1" destOrd="0" presId="urn:microsoft.com/office/officeart/2005/8/layout/hList1"/>
    <dgm:cxn modelId="{41700FBF-0ED6-2348-8A32-773D75950237}" type="presParOf" srcId="{4F60D487-929B-5B4E-98E5-47F98D4611C1}" destId="{44FA4B4B-74BD-604F-BE65-E2E1B2321320}" srcOrd="5" destOrd="0" presId="urn:microsoft.com/office/officeart/2005/8/layout/hList1"/>
    <dgm:cxn modelId="{44247B04-EF9D-8F49-A84A-C50D13B7AAF5}" type="presParOf" srcId="{4F60D487-929B-5B4E-98E5-47F98D4611C1}" destId="{20682FF5-1C43-A84F-BF8D-132864A5D7DD}" srcOrd="6" destOrd="0" presId="urn:microsoft.com/office/officeart/2005/8/layout/hList1"/>
    <dgm:cxn modelId="{9514F279-F7EF-2A4D-AF7E-35FFD89F373B}" type="presParOf" srcId="{20682FF5-1C43-A84F-BF8D-132864A5D7DD}" destId="{EBE02345-D335-6441-93EB-215F2FCB8DE0}" srcOrd="0" destOrd="0" presId="urn:microsoft.com/office/officeart/2005/8/layout/hList1"/>
    <dgm:cxn modelId="{1AAA0816-D956-DB4B-9CE4-D1DD6668C2A4}" type="presParOf" srcId="{20682FF5-1C43-A84F-BF8D-132864A5D7DD}" destId="{C26C3931-459E-BB46-A256-295BF0E072A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A5E328-2111-422F-BE31-7E59DD002AD1}">
      <dsp:nvSpPr>
        <dsp:cNvPr id="0" name=""/>
        <dsp:cNvSpPr/>
      </dsp:nvSpPr>
      <dsp:spPr>
        <a:xfrm>
          <a:off x="939509" y="890612"/>
          <a:ext cx="1449877" cy="1449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72156-3483-45A6-A3F6-1CC168684FD9}">
      <dsp:nvSpPr>
        <dsp:cNvPr id="0" name=""/>
        <dsp:cNvSpPr/>
      </dsp:nvSpPr>
      <dsp:spPr>
        <a:xfrm>
          <a:off x="53473" y="2723444"/>
          <a:ext cx="32219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High school graduate (2008 – 2023)</a:t>
          </a:r>
        </a:p>
      </dsp:txBody>
      <dsp:txXfrm>
        <a:off x="53473" y="2723444"/>
        <a:ext cx="3221949" cy="720000"/>
      </dsp:txXfrm>
    </dsp:sp>
    <dsp:sp modelId="{C88F9AEB-306B-4389-93F5-05E133EE0784}">
      <dsp:nvSpPr>
        <dsp:cNvPr id="0" name=""/>
        <dsp:cNvSpPr/>
      </dsp:nvSpPr>
      <dsp:spPr>
        <a:xfrm>
          <a:off x="4369913" y="342961"/>
          <a:ext cx="2165203" cy="2306073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0000" r="-20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37AC7-67B6-4CE1-BC8B-57880A7EE083}">
      <dsp:nvSpPr>
        <dsp:cNvPr id="0" name=""/>
        <dsp:cNvSpPr/>
      </dsp:nvSpPr>
      <dsp:spPr>
        <a:xfrm>
          <a:off x="3841551" y="2675931"/>
          <a:ext cx="32219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High schools with physical address in EDR 5, 7E, 7W (referred to as Central in report)</a:t>
          </a:r>
        </a:p>
      </dsp:txBody>
      <dsp:txXfrm>
        <a:off x="3841551" y="2675931"/>
        <a:ext cx="3221949" cy="720000"/>
      </dsp:txXfrm>
    </dsp:sp>
    <dsp:sp modelId="{405B7F52-B2D4-40BE-9505-696E78F184E0}">
      <dsp:nvSpPr>
        <dsp:cNvPr id="0" name=""/>
        <dsp:cNvSpPr/>
      </dsp:nvSpPr>
      <dsp:spPr>
        <a:xfrm>
          <a:off x="8511090" y="890612"/>
          <a:ext cx="1449877" cy="1449877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3F54D-19CE-4E60-AFD0-ECE5391F44E1}">
      <dsp:nvSpPr>
        <dsp:cNvPr id="0" name=""/>
        <dsp:cNvSpPr/>
      </dsp:nvSpPr>
      <dsp:spPr>
        <a:xfrm>
          <a:off x="7625054" y="2723444"/>
          <a:ext cx="32219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Years 2006 - 2019</a:t>
          </a:r>
        </a:p>
      </dsp:txBody>
      <dsp:txXfrm>
        <a:off x="7625054" y="2723444"/>
        <a:ext cx="322194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6CC95B-02E1-4D48-B068-B1B49B7B42CB}">
      <dsp:nvSpPr>
        <dsp:cNvPr id="0" name=""/>
        <dsp:cNvSpPr/>
      </dsp:nvSpPr>
      <dsp:spPr>
        <a:xfrm>
          <a:off x="4425791" y="1871509"/>
          <a:ext cx="1206817" cy="120681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Individual</a:t>
          </a:r>
        </a:p>
      </dsp:txBody>
      <dsp:txXfrm>
        <a:off x="4484703" y="1930421"/>
        <a:ext cx="1088993" cy="1088993"/>
      </dsp:txXfrm>
    </dsp:sp>
    <dsp:sp modelId="{E5BCF5FD-9314-8243-AAD7-1798C009D457}">
      <dsp:nvSpPr>
        <dsp:cNvPr id="0" name=""/>
        <dsp:cNvSpPr/>
      </dsp:nvSpPr>
      <dsp:spPr>
        <a:xfrm rot="16200000">
          <a:off x="4605933" y="1448243"/>
          <a:ext cx="84653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46532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F5B34E-1B38-5B48-9251-79E717E983ED}">
      <dsp:nvSpPr>
        <dsp:cNvPr id="0" name=""/>
        <dsp:cNvSpPr/>
      </dsp:nvSpPr>
      <dsp:spPr>
        <a:xfrm>
          <a:off x="4624916" y="216410"/>
          <a:ext cx="808567" cy="80856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High school variables</a:t>
          </a:r>
        </a:p>
      </dsp:txBody>
      <dsp:txXfrm>
        <a:off x="4664387" y="255881"/>
        <a:ext cx="729625" cy="729625"/>
      </dsp:txXfrm>
    </dsp:sp>
    <dsp:sp modelId="{DC9ACB22-1EB8-8540-BE06-7C23F1894289}">
      <dsp:nvSpPr>
        <dsp:cNvPr id="0" name=""/>
        <dsp:cNvSpPr/>
      </dsp:nvSpPr>
      <dsp:spPr>
        <a:xfrm rot="1800000">
          <a:off x="5586344" y="2995957"/>
          <a:ext cx="69064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9064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807784-E039-FF43-B6D4-1364A3EE9D46}">
      <dsp:nvSpPr>
        <dsp:cNvPr id="0" name=""/>
        <dsp:cNvSpPr/>
      </dsp:nvSpPr>
      <dsp:spPr>
        <a:xfrm>
          <a:off x="6230721" y="2997747"/>
          <a:ext cx="808567" cy="80856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Post-secondary variables</a:t>
          </a:r>
        </a:p>
      </dsp:txBody>
      <dsp:txXfrm>
        <a:off x="6270192" y="3037218"/>
        <a:ext cx="729625" cy="729625"/>
      </dsp:txXfrm>
    </dsp:sp>
    <dsp:sp modelId="{9A4EFF52-5BB5-664A-95B3-65D2682472A4}">
      <dsp:nvSpPr>
        <dsp:cNvPr id="0" name=""/>
        <dsp:cNvSpPr/>
      </dsp:nvSpPr>
      <dsp:spPr>
        <a:xfrm rot="9000000">
          <a:off x="3781413" y="2995957"/>
          <a:ext cx="69064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9064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D5DDD2-4A64-0D49-927A-A0491D96815C}">
      <dsp:nvSpPr>
        <dsp:cNvPr id="0" name=""/>
        <dsp:cNvSpPr/>
      </dsp:nvSpPr>
      <dsp:spPr>
        <a:xfrm>
          <a:off x="3019110" y="2997747"/>
          <a:ext cx="808567" cy="80856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MN Employment records</a:t>
          </a:r>
        </a:p>
      </dsp:txBody>
      <dsp:txXfrm>
        <a:off x="3058581" y="3037218"/>
        <a:ext cx="729625" cy="7296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8AB28-5CCB-4B3C-96D4-2DE043D066DB}">
      <dsp:nvSpPr>
        <dsp:cNvPr id="0" name=""/>
        <dsp:cNvSpPr/>
      </dsp:nvSpPr>
      <dsp:spPr>
        <a:xfrm>
          <a:off x="0" y="4413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1597A-4E84-4CE0-B78B-396A6A505706}">
      <dsp:nvSpPr>
        <dsp:cNvPr id="0" name=""/>
        <dsp:cNvSpPr/>
      </dsp:nvSpPr>
      <dsp:spPr>
        <a:xfrm>
          <a:off x="284404" y="215954"/>
          <a:ext cx="517099" cy="517099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5000" r="-15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62E7E-15BC-48C6-8746-641CE9567867}">
      <dsp:nvSpPr>
        <dsp:cNvPr id="0" name=""/>
        <dsp:cNvSpPr/>
      </dsp:nvSpPr>
      <dsp:spPr>
        <a:xfrm>
          <a:off x="1085908" y="4413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Meaningful WF - Central</a:t>
          </a:r>
        </a:p>
      </dsp:txBody>
      <dsp:txXfrm>
        <a:off x="1085908" y="4413"/>
        <a:ext cx="5711766" cy="940180"/>
      </dsp:txXfrm>
    </dsp:sp>
    <dsp:sp modelId="{B22FB7F6-ECC7-4280-BD4C-469E78254860}">
      <dsp:nvSpPr>
        <dsp:cNvPr id="0" name=""/>
        <dsp:cNvSpPr/>
      </dsp:nvSpPr>
      <dsp:spPr>
        <a:xfrm>
          <a:off x="0" y="1179639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C8FF9-9A8E-4065-8716-935C6849720F}">
      <dsp:nvSpPr>
        <dsp:cNvPr id="0" name=""/>
        <dsp:cNvSpPr/>
      </dsp:nvSpPr>
      <dsp:spPr>
        <a:xfrm>
          <a:off x="284404" y="1391180"/>
          <a:ext cx="517099" cy="517099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5000" r="-15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EE357-4E1C-45A9-AE71-DA81BE7F2E2E}">
      <dsp:nvSpPr>
        <dsp:cNvPr id="0" name=""/>
        <dsp:cNvSpPr/>
      </dsp:nvSpPr>
      <dsp:spPr>
        <a:xfrm>
          <a:off x="1085908" y="1179639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Meaningful WF  – MN, not Central</a:t>
          </a:r>
        </a:p>
      </dsp:txBody>
      <dsp:txXfrm>
        <a:off x="1085908" y="1179639"/>
        <a:ext cx="5711766" cy="940180"/>
      </dsp:txXfrm>
    </dsp:sp>
    <dsp:sp modelId="{E0631571-D755-451A-AE25-81DEEC63D4ED}">
      <dsp:nvSpPr>
        <dsp:cNvPr id="0" name=""/>
        <dsp:cNvSpPr/>
      </dsp:nvSpPr>
      <dsp:spPr>
        <a:xfrm>
          <a:off x="0" y="2354865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057BD-4E47-4BFE-BE35-F97645D26F21}">
      <dsp:nvSpPr>
        <dsp:cNvPr id="0" name=""/>
        <dsp:cNvSpPr/>
      </dsp:nvSpPr>
      <dsp:spPr>
        <a:xfrm>
          <a:off x="284404" y="2566406"/>
          <a:ext cx="517099" cy="517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739AF-0F6B-4DE0-9A12-D8FFBE74C1C3}">
      <dsp:nvSpPr>
        <dsp:cNvPr id="0" name=""/>
        <dsp:cNvSpPr/>
      </dsp:nvSpPr>
      <dsp:spPr>
        <a:xfrm>
          <a:off x="1085908" y="2354865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Attending post-secondary</a:t>
          </a:r>
        </a:p>
      </dsp:txBody>
      <dsp:txXfrm>
        <a:off x="1085908" y="2354865"/>
        <a:ext cx="5711766" cy="940180"/>
      </dsp:txXfrm>
    </dsp:sp>
    <dsp:sp modelId="{816DCA48-40E7-4076-A68B-C7553A2F650B}">
      <dsp:nvSpPr>
        <dsp:cNvPr id="0" name=""/>
        <dsp:cNvSpPr/>
      </dsp:nvSpPr>
      <dsp:spPr>
        <a:xfrm>
          <a:off x="0" y="3530091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C50B7-2414-464E-B58D-3FF7D01DAA8F}">
      <dsp:nvSpPr>
        <dsp:cNvPr id="0" name=""/>
        <dsp:cNvSpPr/>
      </dsp:nvSpPr>
      <dsp:spPr>
        <a:xfrm>
          <a:off x="284404" y="3741632"/>
          <a:ext cx="517099" cy="517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5A543-8D4F-4FFB-904E-4C3CC45A105F}">
      <dsp:nvSpPr>
        <dsp:cNvPr id="0" name=""/>
        <dsp:cNvSpPr/>
      </dsp:nvSpPr>
      <dsp:spPr>
        <a:xfrm>
          <a:off x="1085908" y="3530091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Not meaningful, not post-secondary (Part-time)</a:t>
          </a:r>
        </a:p>
      </dsp:txBody>
      <dsp:txXfrm>
        <a:off x="1085908" y="3530091"/>
        <a:ext cx="5711766" cy="940180"/>
      </dsp:txXfrm>
    </dsp:sp>
    <dsp:sp modelId="{3E901C35-9974-4E03-AD5D-E5B6ACA88461}">
      <dsp:nvSpPr>
        <dsp:cNvPr id="0" name=""/>
        <dsp:cNvSpPr/>
      </dsp:nvSpPr>
      <dsp:spPr>
        <a:xfrm>
          <a:off x="0" y="4705317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5E944-0344-4F73-B043-D02DF14F0743}">
      <dsp:nvSpPr>
        <dsp:cNvPr id="0" name=""/>
        <dsp:cNvSpPr/>
      </dsp:nvSpPr>
      <dsp:spPr>
        <a:xfrm>
          <a:off x="284404" y="4916857"/>
          <a:ext cx="517099" cy="517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04BF3-98AA-48E4-96B5-FBADA4888412}">
      <dsp:nvSpPr>
        <dsp:cNvPr id="0" name=""/>
        <dsp:cNvSpPr/>
      </dsp:nvSpPr>
      <dsp:spPr>
        <a:xfrm>
          <a:off x="1085908" y="4705317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 MN employment record, no post-secondary</a:t>
          </a:r>
        </a:p>
      </dsp:txBody>
      <dsp:txXfrm>
        <a:off x="1085908" y="4705317"/>
        <a:ext cx="5711766" cy="9401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854636-E180-994B-ACAE-1A402D7D250B}">
      <dsp:nvSpPr>
        <dsp:cNvPr id="0" name=""/>
        <dsp:cNvSpPr/>
      </dsp:nvSpPr>
      <dsp:spPr>
        <a:xfrm>
          <a:off x="3781" y="869981"/>
          <a:ext cx="2273944" cy="6528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Individual characteristics</a:t>
          </a:r>
        </a:p>
      </dsp:txBody>
      <dsp:txXfrm>
        <a:off x="3781" y="869981"/>
        <a:ext cx="2273944" cy="652867"/>
      </dsp:txXfrm>
    </dsp:sp>
    <dsp:sp modelId="{1A4199A8-E67C-054E-82D8-BF4474DF4F08}">
      <dsp:nvSpPr>
        <dsp:cNvPr id="0" name=""/>
        <dsp:cNvSpPr/>
      </dsp:nvSpPr>
      <dsp:spPr>
        <a:xfrm>
          <a:off x="3781" y="1522848"/>
          <a:ext cx="2273944" cy="16305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Gender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English Proficiency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SES: free or reduced lunch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Etc….</a:t>
          </a:r>
        </a:p>
      </dsp:txBody>
      <dsp:txXfrm>
        <a:off x="3781" y="1522848"/>
        <a:ext cx="2273944" cy="1630529"/>
      </dsp:txXfrm>
    </dsp:sp>
    <dsp:sp modelId="{6B438781-5F86-6746-87AB-409DD98BC58E}">
      <dsp:nvSpPr>
        <dsp:cNvPr id="0" name=""/>
        <dsp:cNvSpPr/>
      </dsp:nvSpPr>
      <dsp:spPr>
        <a:xfrm>
          <a:off x="2596078" y="869981"/>
          <a:ext cx="2273944" cy="6528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Community/High school characteristics</a:t>
          </a:r>
        </a:p>
      </dsp:txBody>
      <dsp:txXfrm>
        <a:off x="2596078" y="869981"/>
        <a:ext cx="2273944" cy="652867"/>
      </dsp:txXfrm>
    </dsp:sp>
    <dsp:sp modelId="{989F2F81-FE4D-8F4D-8F13-479A333979BC}">
      <dsp:nvSpPr>
        <dsp:cNvPr id="0" name=""/>
        <dsp:cNvSpPr/>
      </dsp:nvSpPr>
      <dsp:spPr>
        <a:xfrm>
          <a:off x="2596078" y="1522848"/>
          <a:ext cx="2273944" cy="16305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Unemployment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Wages in high school county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EDR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Etc….</a:t>
          </a:r>
        </a:p>
      </dsp:txBody>
      <dsp:txXfrm>
        <a:off x="2596078" y="1522848"/>
        <a:ext cx="2273944" cy="1630529"/>
      </dsp:txXfrm>
    </dsp:sp>
    <dsp:sp modelId="{E19DFC7C-FB94-3941-BA0C-78B72F0233CD}">
      <dsp:nvSpPr>
        <dsp:cNvPr id="0" name=""/>
        <dsp:cNvSpPr/>
      </dsp:nvSpPr>
      <dsp:spPr>
        <a:xfrm>
          <a:off x="5188376" y="869981"/>
          <a:ext cx="2273944" cy="6528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Educational Accomplishments</a:t>
          </a:r>
        </a:p>
      </dsp:txBody>
      <dsp:txXfrm>
        <a:off x="5188376" y="869981"/>
        <a:ext cx="2273944" cy="652867"/>
      </dsp:txXfrm>
    </dsp:sp>
    <dsp:sp modelId="{8C39985A-D654-5242-A07C-3D6D4006CFDD}">
      <dsp:nvSpPr>
        <dsp:cNvPr id="0" name=""/>
        <dsp:cNvSpPr/>
      </dsp:nvSpPr>
      <dsp:spPr>
        <a:xfrm>
          <a:off x="5188376" y="1522848"/>
          <a:ext cx="2273944" cy="16305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CTE courses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ACT and other test scores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PSEO participant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Etc</a:t>
          </a:r>
          <a:r>
            <a:rPr lang="en-US" sz="1800" kern="1200" dirty="0"/>
            <a:t>…..</a:t>
          </a:r>
        </a:p>
      </dsp:txBody>
      <dsp:txXfrm>
        <a:off x="5188376" y="1522848"/>
        <a:ext cx="2273944" cy="1630529"/>
      </dsp:txXfrm>
    </dsp:sp>
    <dsp:sp modelId="{682F8E53-DD92-5E48-8E77-7266DA2B997D}">
      <dsp:nvSpPr>
        <dsp:cNvPr id="0" name=""/>
        <dsp:cNvSpPr/>
      </dsp:nvSpPr>
      <dsp:spPr>
        <a:xfrm>
          <a:off x="7780673" y="869981"/>
          <a:ext cx="2273944" cy="6528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Post-secondary Pathway</a:t>
          </a:r>
        </a:p>
      </dsp:txBody>
      <dsp:txXfrm>
        <a:off x="7780673" y="869981"/>
        <a:ext cx="2273944" cy="652867"/>
      </dsp:txXfrm>
    </dsp:sp>
    <dsp:sp modelId="{B90FB52E-2DAB-E543-A982-3F4F2C1EC1EB}">
      <dsp:nvSpPr>
        <dsp:cNvPr id="0" name=""/>
        <dsp:cNvSpPr/>
      </dsp:nvSpPr>
      <dsp:spPr>
        <a:xfrm>
          <a:off x="7780673" y="1522848"/>
          <a:ext cx="2273944" cy="16305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Institution type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Location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Highest credential earned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Etc</a:t>
          </a:r>
          <a:r>
            <a:rPr lang="en-US" sz="1800" kern="1200" dirty="0"/>
            <a:t>….</a:t>
          </a:r>
        </a:p>
      </dsp:txBody>
      <dsp:txXfrm>
        <a:off x="7780673" y="1522848"/>
        <a:ext cx="2273944" cy="16305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476F6-E51D-7940-B25E-2B82E0F4394E}">
      <dsp:nvSpPr>
        <dsp:cNvPr id="0" name=""/>
        <dsp:cNvSpPr/>
      </dsp:nvSpPr>
      <dsp:spPr>
        <a:xfrm rot="5400000">
          <a:off x="2342524" y="1175316"/>
          <a:ext cx="1039465" cy="118339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E20F7-6119-334D-895F-8E74835E5E16}">
      <dsp:nvSpPr>
        <dsp:cNvPr id="0" name=""/>
        <dsp:cNvSpPr/>
      </dsp:nvSpPr>
      <dsp:spPr>
        <a:xfrm>
          <a:off x="2067128" y="23047"/>
          <a:ext cx="1749848" cy="122483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Identify similar variables</a:t>
          </a:r>
        </a:p>
      </dsp:txBody>
      <dsp:txXfrm>
        <a:off x="2126930" y="82849"/>
        <a:ext cx="1630244" cy="1105233"/>
      </dsp:txXfrm>
    </dsp:sp>
    <dsp:sp modelId="{83046502-5A24-C74E-B562-1FE6758CAE7E}">
      <dsp:nvSpPr>
        <dsp:cNvPr id="0" name=""/>
        <dsp:cNvSpPr/>
      </dsp:nvSpPr>
      <dsp:spPr>
        <a:xfrm>
          <a:off x="3816977" y="139863"/>
          <a:ext cx="1272673" cy="989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Multiple Correspondence Analysis</a:t>
          </a:r>
        </a:p>
      </dsp:txBody>
      <dsp:txXfrm>
        <a:off x="3816977" y="139863"/>
        <a:ext cx="1272673" cy="989967"/>
      </dsp:txXfrm>
    </dsp:sp>
    <dsp:sp modelId="{54819702-EA26-9F4F-AE87-0A0C29C7E248}">
      <dsp:nvSpPr>
        <dsp:cNvPr id="0" name=""/>
        <dsp:cNvSpPr/>
      </dsp:nvSpPr>
      <dsp:spPr>
        <a:xfrm rot="5400000">
          <a:off x="3793334" y="2551212"/>
          <a:ext cx="1039465" cy="118339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428D72-07BE-A041-9622-4060A73AC28C}">
      <dsp:nvSpPr>
        <dsp:cNvPr id="0" name=""/>
        <dsp:cNvSpPr/>
      </dsp:nvSpPr>
      <dsp:spPr>
        <a:xfrm>
          <a:off x="3517939" y="1398943"/>
          <a:ext cx="1749848" cy="122483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 variables with largest impacts</a:t>
          </a:r>
        </a:p>
      </dsp:txBody>
      <dsp:txXfrm>
        <a:off x="3577741" y="1458745"/>
        <a:ext cx="1630244" cy="1105233"/>
      </dsp:txXfrm>
    </dsp:sp>
    <dsp:sp modelId="{9091BCC4-7FA0-7646-B843-31D9359EF244}">
      <dsp:nvSpPr>
        <dsp:cNvPr id="0" name=""/>
        <dsp:cNvSpPr/>
      </dsp:nvSpPr>
      <dsp:spPr>
        <a:xfrm>
          <a:off x="5267787" y="1515760"/>
          <a:ext cx="1272673" cy="989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CART Analysis</a:t>
          </a:r>
        </a:p>
      </dsp:txBody>
      <dsp:txXfrm>
        <a:off x="5267787" y="1515760"/>
        <a:ext cx="1272673" cy="989967"/>
      </dsp:txXfrm>
    </dsp:sp>
    <dsp:sp modelId="{73A8C15B-6FDC-874D-8D9D-D1A322991CBC}">
      <dsp:nvSpPr>
        <dsp:cNvPr id="0" name=""/>
        <dsp:cNvSpPr/>
      </dsp:nvSpPr>
      <dsp:spPr>
        <a:xfrm>
          <a:off x="4968749" y="2774840"/>
          <a:ext cx="1749848" cy="122483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Identify differences within variables</a:t>
          </a:r>
        </a:p>
      </dsp:txBody>
      <dsp:txXfrm>
        <a:off x="5028551" y="2834642"/>
        <a:ext cx="1630244" cy="1105233"/>
      </dsp:txXfrm>
    </dsp:sp>
    <dsp:sp modelId="{B888A319-BBEF-CD43-9D32-192B66CF72FB}">
      <dsp:nvSpPr>
        <dsp:cNvPr id="0" name=""/>
        <dsp:cNvSpPr/>
      </dsp:nvSpPr>
      <dsp:spPr>
        <a:xfrm>
          <a:off x="6718598" y="2891656"/>
          <a:ext cx="1272673" cy="989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Cross-tabs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Cramer’s test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Wilcoxon</a:t>
          </a:r>
        </a:p>
      </dsp:txBody>
      <dsp:txXfrm>
        <a:off x="6718598" y="2891656"/>
        <a:ext cx="1272673" cy="9899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3E473-787B-40A8-A41A-FA800183213A}">
      <dsp:nvSpPr>
        <dsp:cNvPr id="0" name=""/>
        <dsp:cNvSpPr/>
      </dsp:nvSpPr>
      <dsp:spPr>
        <a:xfrm>
          <a:off x="0" y="1571"/>
          <a:ext cx="10058399" cy="7964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E3F480-4F03-40B7-8B52-AD9B85C5A9F9}">
      <dsp:nvSpPr>
        <dsp:cNvPr id="0" name=""/>
        <dsp:cNvSpPr/>
      </dsp:nvSpPr>
      <dsp:spPr>
        <a:xfrm>
          <a:off x="240913" y="180763"/>
          <a:ext cx="438024" cy="4380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82E79-91B1-4E4E-8806-D46E623328F1}">
      <dsp:nvSpPr>
        <dsp:cNvPr id="0" name=""/>
        <dsp:cNvSpPr/>
      </dsp:nvSpPr>
      <dsp:spPr>
        <a:xfrm>
          <a:off x="919851" y="1571"/>
          <a:ext cx="4526280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Postsecondary graduation</a:t>
          </a:r>
        </a:p>
      </dsp:txBody>
      <dsp:txXfrm>
        <a:off x="919851" y="1571"/>
        <a:ext cx="4526280" cy="796407"/>
      </dsp:txXfrm>
    </dsp:sp>
    <dsp:sp modelId="{ACD54B70-B843-4A2F-BB62-28BA666BF23A}">
      <dsp:nvSpPr>
        <dsp:cNvPr id="0" name=""/>
        <dsp:cNvSpPr/>
      </dsp:nvSpPr>
      <dsp:spPr>
        <a:xfrm>
          <a:off x="5446131" y="1571"/>
          <a:ext cx="461226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Regional colleges = strongest tie to local employment</a:t>
          </a:r>
        </a:p>
      </dsp:txBody>
      <dsp:txXfrm>
        <a:off x="5446131" y="1571"/>
        <a:ext cx="4612268" cy="796407"/>
      </dsp:txXfrm>
    </dsp:sp>
    <dsp:sp modelId="{1D8C39DB-A38A-4729-9613-4408519588F4}">
      <dsp:nvSpPr>
        <dsp:cNvPr id="0" name=""/>
        <dsp:cNvSpPr/>
      </dsp:nvSpPr>
      <dsp:spPr>
        <a:xfrm>
          <a:off x="0" y="997081"/>
          <a:ext cx="10058399" cy="7964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72404-9D05-4463-8A6E-098C353BF122}">
      <dsp:nvSpPr>
        <dsp:cNvPr id="0" name=""/>
        <dsp:cNvSpPr/>
      </dsp:nvSpPr>
      <dsp:spPr>
        <a:xfrm>
          <a:off x="240913" y="1176272"/>
          <a:ext cx="438024" cy="4380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7FE4-53F1-4FA7-BF1F-2651CE8DA06D}">
      <dsp:nvSpPr>
        <dsp:cNvPr id="0" name=""/>
        <dsp:cNvSpPr/>
      </dsp:nvSpPr>
      <dsp:spPr>
        <a:xfrm>
          <a:off x="919851" y="997081"/>
          <a:ext cx="4526280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Credential earned</a:t>
          </a:r>
        </a:p>
      </dsp:txBody>
      <dsp:txXfrm>
        <a:off x="919851" y="997081"/>
        <a:ext cx="4526280" cy="796407"/>
      </dsp:txXfrm>
    </dsp:sp>
    <dsp:sp modelId="{224EF7BB-E10F-4A28-9D94-4E20A7560B53}">
      <dsp:nvSpPr>
        <dsp:cNvPr id="0" name=""/>
        <dsp:cNvSpPr/>
      </dsp:nvSpPr>
      <dsp:spPr>
        <a:xfrm>
          <a:off x="5446131" y="997081"/>
          <a:ext cx="461226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Associate or lower = higher local employment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Higher credential = more mobility, less regional attachment</a:t>
          </a:r>
        </a:p>
      </dsp:txBody>
      <dsp:txXfrm>
        <a:off x="5446131" y="997081"/>
        <a:ext cx="4612268" cy="796407"/>
      </dsp:txXfrm>
    </dsp:sp>
    <dsp:sp modelId="{871482AA-C50B-40FE-A28F-5622F4406F51}">
      <dsp:nvSpPr>
        <dsp:cNvPr id="0" name=""/>
        <dsp:cNvSpPr/>
      </dsp:nvSpPr>
      <dsp:spPr>
        <a:xfrm>
          <a:off x="0" y="1992590"/>
          <a:ext cx="10058399" cy="7964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C5AE9-0388-4077-9221-2D9F9807A704}">
      <dsp:nvSpPr>
        <dsp:cNvPr id="0" name=""/>
        <dsp:cNvSpPr/>
      </dsp:nvSpPr>
      <dsp:spPr>
        <a:xfrm>
          <a:off x="240913" y="2171782"/>
          <a:ext cx="438024" cy="4380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8DE60-DA9F-4755-8E67-5BF31836F5E9}">
      <dsp:nvSpPr>
        <dsp:cNvPr id="0" name=""/>
        <dsp:cNvSpPr/>
      </dsp:nvSpPr>
      <dsp:spPr>
        <a:xfrm>
          <a:off x="919851" y="1992590"/>
          <a:ext cx="4526280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High school accomplishments</a:t>
          </a:r>
        </a:p>
      </dsp:txBody>
      <dsp:txXfrm>
        <a:off x="919851" y="1992590"/>
        <a:ext cx="4526280" cy="796407"/>
      </dsp:txXfrm>
    </dsp:sp>
    <dsp:sp modelId="{0A43C751-D81B-4873-8D6F-D0B70A71AC38}">
      <dsp:nvSpPr>
        <dsp:cNvPr id="0" name=""/>
        <dsp:cNvSpPr/>
      </dsp:nvSpPr>
      <dsp:spPr>
        <a:xfrm>
          <a:off x="5446131" y="1992590"/>
          <a:ext cx="461226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CTE participate = feeds regional/associate pathways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PSEO, ACT, AP = feeds bachelor’s pathways, more likely to leave</a:t>
          </a:r>
        </a:p>
      </dsp:txBody>
      <dsp:txXfrm>
        <a:off x="5446131" y="1992590"/>
        <a:ext cx="4612268" cy="796407"/>
      </dsp:txXfrm>
    </dsp:sp>
    <dsp:sp modelId="{2E8E12E5-719D-45CA-9528-03D5D9AA70CF}">
      <dsp:nvSpPr>
        <dsp:cNvPr id="0" name=""/>
        <dsp:cNvSpPr/>
      </dsp:nvSpPr>
      <dsp:spPr>
        <a:xfrm>
          <a:off x="0" y="2988100"/>
          <a:ext cx="10058399" cy="7964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BAA7E-B5BD-4797-A7E2-1AA9B19A69C1}">
      <dsp:nvSpPr>
        <dsp:cNvPr id="0" name=""/>
        <dsp:cNvSpPr/>
      </dsp:nvSpPr>
      <dsp:spPr>
        <a:xfrm>
          <a:off x="240913" y="3167292"/>
          <a:ext cx="438024" cy="4380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80390-9D40-4B0F-AF11-8769C8E0A864}">
      <dsp:nvSpPr>
        <dsp:cNvPr id="0" name=""/>
        <dsp:cNvSpPr/>
      </dsp:nvSpPr>
      <dsp:spPr>
        <a:xfrm>
          <a:off x="919851" y="2988100"/>
          <a:ext cx="4526280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Demographic and high school context</a:t>
          </a:r>
        </a:p>
      </dsp:txBody>
      <dsp:txXfrm>
        <a:off x="919851" y="2988100"/>
        <a:ext cx="4526280" cy="796407"/>
      </dsp:txXfrm>
    </dsp:sp>
    <dsp:sp modelId="{B649C7B0-D5D2-4B22-81A4-872684B5B766}">
      <dsp:nvSpPr>
        <dsp:cNvPr id="0" name=""/>
        <dsp:cNvSpPr/>
      </dsp:nvSpPr>
      <dsp:spPr>
        <a:xfrm>
          <a:off x="5446131" y="2988100"/>
          <a:ext cx="461226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Economic disadvantage, race/ethnicity, rural vs. urban shape </a:t>
          </a:r>
          <a:r>
            <a:rPr lang="en-US" sz="1300" b="1" kern="1200"/>
            <a:t>access</a:t>
          </a:r>
          <a:r>
            <a:rPr lang="en-US" sz="1300" kern="1200"/>
            <a:t> to pathways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But not strong drivers once postsecondary outcomes are known</a:t>
          </a:r>
        </a:p>
      </dsp:txBody>
      <dsp:txXfrm>
        <a:off x="5446131" y="2988100"/>
        <a:ext cx="4612268" cy="7964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6BEE3-84AE-4BF9-BF5E-6A59B731C24D}">
      <dsp:nvSpPr>
        <dsp:cNvPr id="0" name=""/>
        <dsp:cNvSpPr/>
      </dsp:nvSpPr>
      <dsp:spPr>
        <a:xfrm>
          <a:off x="349024" y="1127256"/>
          <a:ext cx="561621" cy="5616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A1F6D-326E-4FD7-B516-0CC2769BFC79}">
      <dsp:nvSpPr>
        <dsp:cNvPr id="0" name=""/>
        <dsp:cNvSpPr/>
      </dsp:nvSpPr>
      <dsp:spPr>
        <a:xfrm>
          <a:off x="5811" y="1900496"/>
          <a:ext cx="1248046" cy="49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Regional employers</a:t>
          </a:r>
        </a:p>
      </dsp:txBody>
      <dsp:txXfrm>
        <a:off x="5811" y="1900496"/>
        <a:ext cx="1248046" cy="499218"/>
      </dsp:txXfrm>
    </dsp:sp>
    <dsp:sp modelId="{AB2CD0DC-88AF-4B2E-A65D-03F57B2F72EE}">
      <dsp:nvSpPr>
        <dsp:cNvPr id="0" name=""/>
        <dsp:cNvSpPr/>
      </dsp:nvSpPr>
      <dsp:spPr>
        <a:xfrm>
          <a:off x="1815479" y="1127256"/>
          <a:ext cx="561621" cy="5616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5B1ED-6061-402A-B296-9924803A5A37}">
      <dsp:nvSpPr>
        <dsp:cNvPr id="0" name=""/>
        <dsp:cNvSpPr/>
      </dsp:nvSpPr>
      <dsp:spPr>
        <a:xfrm>
          <a:off x="1472266" y="1900496"/>
          <a:ext cx="1248046" cy="49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DEED</a:t>
          </a:r>
        </a:p>
      </dsp:txBody>
      <dsp:txXfrm>
        <a:off x="1472266" y="1900496"/>
        <a:ext cx="1248046" cy="499218"/>
      </dsp:txXfrm>
    </dsp:sp>
    <dsp:sp modelId="{63B611C0-7CE2-4BE7-910C-D19EB4012F9F}">
      <dsp:nvSpPr>
        <dsp:cNvPr id="0" name=""/>
        <dsp:cNvSpPr/>
      </dsp:nvSpPr>
      <dsp:spPr>
        <a:xfrm>
          <a:off x="3281934" y="1127256"/>
          <a:ext cx="561621" cy="5616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3AA64-2848-4F05-B82A-F049C1D175F2}">
      <dsp:nvSpPr>
        <dsp:cNvPr id="0" name=""/>
        <dsp:cNvSpPr/>
      </dsp:nvSpPr>
      <dsp:spPr>
        <a:xfrm>
          <a:off x="2938721" y="1900496"/>
          <a:ext cx="1248046" cy="49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Local communities</a:t>
          </a:r>
        </a:p>
      </dsp:txBody>
      <dsp:txXfrm>
        <a:off x="2938721" y="1900496"/>
        <a:ext cx="1248046" cy="499218"/>
      </dsp:txXfrm>
    </dsp:sp>
    <dsp:sp modelId="{330D5921-7FE3-4531-BABD-1F04BB5BC566}">
      <dsp:nvSpPr>
        <dsp:cNvPr id="0" name=""/>
        <dsp:cNvSpPr/>
      </dsp:nvSpPr>
      <dsp:spPr>
        <a:xfrm>
          <a:off x="4748389" y="1127256"/>
          <a:ext cx="561621" cy="5616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7E1DA-F856-4303-9752-6DDBBF499ED5}">
      <dsp:nvSpPr>
        <dsp:cNvPr id="0" name=""/>
        <dsp:cNvSpPr/>
      </dsp:nvSpPr>
      <dsp:spPr>
        <a:xfrm>
          <a:off x="4405176" y="1900496"/>
          <a:ext cx="1248046" cy="49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Local Colleges</a:t>
          </a:r>
        </a:p>
      </dsp:txBody>
      <dsp:txXfrm>
        <a:off x="4405176" y="1900496"/>
        <a:ext cx="1248046" cy="499218"/>
      </dsp:txXfrm>
    </dsp:sp>
    <dsp:sp modelId="{C91A62E5-C508-4837-9C69-24FC0A503598}">
      <dsp:nvSpPr>
        <dsp:cNvPr id="0" name=""/>
        <dsp:cNvSpPr/>
      </dsp:nvSpPr>
      <dsp:spPr>
        <a:xfrm>
          <a:off x="6214844" y="1127256"/>
          <a:ext cx="561621" cy="5616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49969-8324-4A44-A78E-5FC4177FCD07}">
      <dsp:nvSpPr>
        <dsp:cNvPr id="0" name=""/>
        <dsp:cNvSpPr/>
      </dsp:nvSpPr>
      <dsp:spPr>
        <a:xfrm>
          <a:off x="5871631" y="1900496"/>
          <a:ext cx="1248046" cy="49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Local High schools</a:t>
          </a:r>
        </a:p>
      </dsp:txBody>
      <dsp:txXfrm>
        <a:off x="5871631" y="1900496"/>
        <a:ext cx="1248046" cy="499218"/>
      </dsp:txXfrm>
    </dsp:sp>
    <dsp:sp modelId="{0BFF3246-AD53-4FE1-8464-8FB5B0AA9734}">
      <dsp:nvSpPr>
        <dsp:cNvPr id="0" name=""/>
        <dsp:cNvSpPr/>
      </dsp:nvSpPr>
      <dsp:spPr>
        <a:xfrm>
          <a:off x="7681299" y="1127256"/>
          <a:ext cx="561621" cy="5616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50258-E997-418D-B5FE-0978B79EB5A7}">
      <dsp:nvSpPr>
        <dsp:cNvPr id="0" name=""/>
        <dsp:cNvSpPr/>
      </dsp:nvSpPr>
      <dsp:spPr>
        <a:xfrm>
          <a:off x="7338086" y="1900496"/>
          <a:ext cx="1248046" cy="49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Non-profits</a:t>
          </a:r>
        </a:p>
      </dsp:txBody>
      <dsp:txXfrm>
        <a:off x="7338086" y="1900496"/>
        <a:ext cx="1248046" cy="499218"/>
      </dsp:txXfrm>
    </dsp:sp>
    <dsp:sp modelId="{ECD75A4C-B172-4076-9B28-C9475584ADC4}">
      <dsp:nvSpPr>
        <dsp:cNvPr id="0" name=""/>
        <dsp:cNvSpPr/>
      </dsp:nvSpPr>
      <dsp:spPr>
        <a:xfrm>
          <a:off x="9147754" y="1127256"/>
          <a:ext cx="561621" cy="56162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12805-9D27-4FFE-8FB9-DC7B4C67528F}">
      <dsp:nvSpPr>
        <dsp:cNvPr id="0" name=""/>
        <dsp:cNvSpPr/>
      </dsp:nvSpPr>
      <dsp:spPr>
        <a:xfrm>
          <a:off x="8804541" y="1900496"/>
          <a:ext cx="1248046" cy="49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Work-based learning</a:t>
          </a:r>
        </a:p>
      </dsp:txBody>
      <dsp:txXfrm>
        <a:off x="8804541" y="1900496"/>
        <a:ext cx="1248046" cy="4992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5DEA2-FCB8-F94E-A623-16A544042C03}">
      <dsp:nvSpPr>
        <dsp:cNvPr id="0" name=""/>
        <dsp:cNvSpPr/>
      </dsp:nvSpPr>
      <dsp:spPr>
        <a:xfrm>
          <a:off x="2111216" y="2055614"/>
          <a:ext cx="421789" cy="453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0894" y="0"/>
              </a:lnTo>
              <a:lnTo>
                <a:pt x="210894" y="453423"/>
              </a:lnTo>
              <a:lnTo>
                <a:pt x="421789" y="45342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0E3344-C5BF-BD40-99B9-DA31E86B2D60}">
      <dsp:nvSpPr>
        <dsp:cNvPr id="0" name=""/>
        <dsp:cNvSpPr/>
      </dsp:nvSpPr>
      <dsp:spPr>
        <a:xfrm>
          <a:off x="2111216" y="1602190"/>
          <a:ext cx="421789" cy="453423"/>
        </a:xfrm>
        <a:custGeom>
          <a:avLst/>
          <a:gdLst/>
          <a:ahLst/>
          <a:cxnLst/>
          <a:rect l="0" t="0" r="0" b="0"/>
          <a:pathLst>
            <a:path>
              <a:moveTo>
                <a:pt x="0" y="453423"/>
              </a:moveTo>
              <a:lnTo>
                <a:pt x="210894" y="453423"/>
              </a:lnTo>
              <a:lnTo>
                <a:pt x="210894" y="0"/>
              </a:lnTo>
              <a:lnTo>
                <a:pt x="42178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675D5A-ABE8-3347-BE25-2C99AD040281}">
      <dsp:nvSpPr>
        <dsp:cNvPr id="0" name=""/>
        <dsp:cNvSpPr/>
      </dsp:nvSpPr>
      <dsp:spPr>
        <a:xfrm>
          <a:off x="2267" y="1733999"/>
          <a:ext cx="2108948" cy="6432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Higher CTE engagement</a:t>
          </a:r>
        </a:p>
      </dsp:txBody>
      <dsp:txXfrm>
        <a:off x="2267" y="1733999"/>
        <a:ext cx="2108948" cy="643229"/>
      </dsp:txXfrm>
    </dsp:sp>
    <dsp:sp modelId="{42F8EC36-963D-544E-9F2C-22A6EBE53840}">
      <dsp:nvSpPr>
        <dsp:cNvPr id="0" name=""/>
        <dsp:cNvSpPr/>
      </dsp:nvSpPr>
      <dsp:spPr>
        <a:xfrm>
          <a:off x="2533005" y="1280575"/>
          <a:ext cx="2108948" cy="6432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Associate degree or less</a:t>
          </a:r>
        </a:p>
      </dsp:txBody>
      <dsp:txXfrm>
        <a:off x="2533005" y="1280575"/>
        <a:ext cx="2108948" cy="643229"/>
      </dsp:txXfrm>
    </dsp:sp>
    <dsp:sp modelId="{3DBAF7F7-CBDF-5A4F-A7BC-7D41A7FD7A29}">
      <dsp:nvSpPr>
        <dsp:cNvPr id="0" name=""/>
        <dsp:cNvSpPr/>
      </dsp:nvSpPr>
      <dsp:spPr>
        <a:xfrm>
          <a:off x="2533005" y="2187423"/>
          <a:ext cx="2108948" cy="6432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Graduate from a Central College</a:t>
          </a:r>
        </a:p>
      </dsp:txBody>
      <dsp:txXfrm>
        <a:off x="2533005" y="2187423"/>
        <a:ext cx="2108948" cy="64322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EC047-25CD-994F-A9CC-7D2001A959DF}">
      <dsp:nvSpPr>
        <dsp:cNvPr id="0" name=""/>
        <dsp:cNvSpPr/>
      </dsp:nvSpPr>
      <dsp:spPr>
        <a:xfrm>
          <a:off x="2111216" y="2055614"/>
          <a:ext cx="421789" cy="9068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0894" y="0"/>
              </a:lnTo>
              <a:lnTo>
                <a:pt x="210894" y="906847"/>
              </a:lnTo>
              <a:lnTo>
                <a:pt x="421789" y="90684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8F61C6-CD60-DB43-84DF-F8C28ED73B7A}">
      <dsp:nvSpPr>
        <dsp:cNvPr id="0" name=""/>
        <dsp:cNvSpPr/>
      </dsp:nvSpPr>
      <dsp:spPr>
        <a:xfrm>
          <a:off x="2111216" y="2009894"/>
          <a:ext cx="4217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1789" y="4572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0E3344-C5BF-BD40-99B9-DA31E86B2D60}">
      <dsp:nvSpPr>
        <dsp:cNvPr id="0" name=""/>
        <dsp:cNvSpPr/>
      </dsp:nvSpPr>
      <dsp:spPr>
        <a:xfrm>
          <a:off x="2111216" y="1148766"/>
          <a:ext cx="421789" cy="906847"/>
        </a:xfrm>
        <a:custGeom>
          <a:avLst/>
          <a:gdLst/>
          <a:ahLst/>
          <a:cxnLst/>
          <a:rect l="0" t="0" r="0" b="0"/>
          <a:pathLst>
            <a:path>
              <a:moveTo>
                <a:pt x="0" y="906847"/>
              </a:moveTo>
              <a:lnTo>
                <a:pt x="210894" y="906847"/>
              </a:lnTo>
              <a:lnTo>
                <a:pt x="210894" y="0"/>
              </a:lnTo>
              <a:lnTo>
                <a:pt x="42178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675D5A-ABE8-3347-BE25-2C99AD040281}">
      <dsp:nvSpPr>
        <dsp:cNvPr id="0" name=""/>
        <dsp:cNvSpPr/>
      </dsp:nvSpPr>
      <dsp:spPr>
        <a:xfrm>
          <a:off x="2267" y="1733999"/>
          <a:ext cx="2108948" cy="643229"/>
        </a:xfrm>
        <a:prstGeom prst="rect">
          <a:avLst/>
        </a:prstGeom>
        <a:solidFill>
          <a:srgbClr val="FEE39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ysClr val="windowText" lastClr="000000"/>
              </a:solidFill>
            </a:rPr>
            <a:t>ACT-takers &amp; high MCA scores</a:t>
          </a:r>
        </a:p>
      </dsp:txBody>
      <dsp:txXfrm>
        <a:off x="2267" y="1733999"/>
        <a:ext cx="2108948" cy="643229"/>
      </dsp:txXfrm>
    </dsp:sp>
    <dsp:sp modelId="{42F8EC36-963D-544E-9F2C-22A6EBE53840}">
      <dsp:nvSpPr>
        <dsp:cNvPr id="0" name=""/>
        <dsp:cNvSpPr/>
      </dsp:nvSpPr>
      <dsp:spPr>
        <a:xfrm>
          <a:off x="2533005" y="827152"/>
          <a:ext cx="2108948" cy="643229"/>
        </a:xfrm>
        <a:prstGeom prst="rect">
          <a:avLst/>
        </a:prstGeom>
        <a:solidFill>
          <a:srgbClr val="FEE39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ysClr val="windowText" lastClr="000000"/>
              </a:solidFill>
            </a:rPr>
            <a:t>Graduate college outside Central</a:t>
          </a:r>
        </a:p>
      </dsp:txBody>
      <dsp:txXfrm>
        <a:off x="2533005" y="827152"/>
        <a:ext cx="2108948" cy="643229"/>
      </dsp:txXfrm>
    </dsp:sp>
    <dsp:sp modelId="{61E7A96B-B444-1448-9BE1-361B8DC4B022}">
      <dsp:nvSpPr>
        <dsp:cNvPr id="0" name=""/>
        <dsp:cNvSpPr/>
      </dsp:nvSpPr>
      <dsp:spPr>
        <a:xfrm>
          <a:off x="2533005" y="1733999"/>
          <a:ext cx="2108948" cy="643229"/>
        </a:xfrm>
        <a:prstGeom prst="rect">
          <a:avLst/>
        </a:prstGeom>
        <a:solidFill>
          <a:srgbClr val="FEE39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ysClr val="windowText" lastClr="000000"/>
              </a:solidFill>
            </a:rPr>
            <a:t>Earn a bachelor degree</a:t>
          </a:r>
        </a:p>
      </dsp:txBody>
      <dsp:txXfrm>
        <a:off x="2533005" y="1733999"/>
        <a:ext cx="2108948" cy="643229"/>
      </dsp:txXfrm>
    </dsp:sp>
    <dsp:sp modelId="{F8A7DB5A-A680-4143-A81B-C9D904ECB09B}">
      <dsp:nvSpPr>
        <dsp:cNvPr id="0" name=""/>
        <dsp:cNvSpPr/>
      </dsp:nvSpPr>
      <dsp:spPr>
        <a:xfrm>
          <a:off x="2533005" y="2640847"/>
          <a:ext cx="2108948" cy="643229"/>
        </a:xfrm>
        <a:prstGeom prst="rect">
          <a:avLst/>
        </a:prstGeom>
        <a:solidFill>
          <a:srgbClr val="FEE39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ysClr val="windowText" lastClr="000000"/>
              </a:solidFill>
            </a:rPr>
            <a:t>Graduate from 4-year college</a:t>
          </a:r>
        </a:p>
      </dsp:txBody>
      <dsp:txXfrm>
        <a:off x="2533005" y="2640847"/>
        <a:ext cx="2108948" cy="64322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DC076-5E49-FD4C-9181-6629E217A7AB}">
      <dsp:nvSpPr>
        <dsp:cNvPr id="0" name=""/>
        <dsp:cNvSpPr/>
      </dsp:nvSpPr>
      <dsp:spPr>
        <a:xfrm>
          <a:off x="871682" y="196385"/>
          <a:ext cx="3185469" cy="110627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04144-964D-6144-8F22-935EC98D89E7}">
      <dsp:nvSpPr>
        <dsp:cNvPr id="0" name=""/>
        <dsp:cNvSpPr/>
      </dsp:nvSpPr>
      <dsp:spPr>
        <a:xfrm>
          <a:off x="2160686" y="2905269"/>
          <a:ext cx="617339" cy="395096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20F4F9-5F79-D347-B067-FE570D9E6CB8}">
      <dsp:nvSpPr>
        <dsp:cNvPr id="0" name=""/>
        <dsp:cNvSpPr/>
      </dsp:nvSpPr>
      <dsp:spPr>
        <a:xfrm>
          <a:off x="987742" y="3221346"/>
          <a:ext cx="2963227" cy="740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Meaningful WF - Central</a:t>
          </a:r>
        </a:p>
      </dsp:txBody>
      <dsp:txXfrm>
        <a:off x="987742" y="3221346"/>
        <a:ext cx="2963227" cy="740806"/>
      </dsp:txXfrm>
    </dsp:sp>
    <dsp:sp modelId="{C599D787-1EA2-0246-A56A-68AFE13352D1}">
      <dsp:nvSpPr>
        <dsp:cNvPr id="0" name=""/>
        <dsp:cNvSpPr/>
      </dsp:nvSpPr>
      <dsp:spPr>
        <a:xfrm>
          <a:off x="2029810" y="1388097"/>
          <a:ext cx="1111210" cy="11112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Associate's</a:t>
          </a:r>
        </a:p>
      </dsp:txBody>
      <dsp:txXfrm>
        <a:off x="2192543" y="1550830"/>
        <a:ext cx="785744" cy="785744"/>
      </dsp:txXfrm>
    </dsp:sp>
    <dsp:sp modelId="{F389446F-B385-7644-8F42-D63CEC7ED369}">
      <dsp:nvSpPr>
        <dsp:cNvPr id="0" name=""/>
        <dsp:cNvSpPr/>
      </dsp:nvSpPr>
      <dsp:spPr>
        <a:xfrm>
          <a:off x="1234678" y="554442"/>
          <a:ext cx="1111210" cy="11112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Central College</a:t>
          </a:r>
        </a:p>
      </dsp:txBody>
      <dsp:txXfrm>
        <a:off x="1397411" y="717175"/>
        <a:ext cx="785744" cy="785744"/>
      </dsp:txXfrm>
    </dsp:sp>
    <dsp:sp modelId="{D540269E-5941-6844-9C1A-F8F0CCE8D16E}">
      <dsp:nvSpPr>
        <dsp:cNvPr id="0" name=""/>
        <dsp:cNvSpPr/>
      </dsp:nvSpPr>
      <dsp:spPr>
        <a:xfrm>
          <a:off x="2370581" y="285776"/>
          <a:ext cx="1111210" cy="11112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CTE</a:t>
          </a:r>
        </a:p>
      </dsp:txBody>
      <dsp:txXfrm>
        <a:off x="2533314" y="448509"/>
        <a:ext cx="785744" cy="785744"/>
      </dsp:txXfrm>
    </dsp:sp>
    <dsp:sp modelId="{62FB3DD2-7D83-2842-8A5C-BCC5746CEB7C}">
      <dsp:nvSpPr>
        <dsp:cNvPr id="0" name=""/>
        <dsp:cNvSpPr/>
      </dsp:nvSpPr>
      <dsp:spPr>
        <a:xfrm>
          <a:off x="740806" y="60571"/>
          <a:ext cx="3457098" cy="2765678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B3D48-C7EF-754D-9355-52C6D2416E03}">
      <dsp:nvSpPr>
        <dsp:cNvPr id="0" name=""/>
        <dsp:cNvSpPr/>
      </dsp:nvSpPr>
      <dsp:spPr>
        <a:xfrm>
          <a:off x="871402" y="196969"/>
          <a:ext cx="3184445" cy="1105916"/>
        </a:xfrm>
        <a:prstGeom prst="ellipse">
          <a:avLst/>
        </a:prstGeom>
        <a:solidFill>
          <a:schemeClr val="accent6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F56F7-57DE-514B-953A-262F71B89D6B}">
      <dsp:nvSpPr>
        <dsp:cNvPr id="0" name=""/>
        <dsp:cNvSpPr/>
      </dsp:nvSpPr>
      <dsp:spPr>
        <a:xfrm>
          <a:off x="2159992" y="2904982"/>
          <a:ext cx="617140" cy="394970"/>
        </a:xfrm>
        <a:prstGeom prst="downArrow">
          <a:avLst/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D25D0E-9EE8-D348-9C86-C5BF24A14742}">
      <dsp:nvSpPr>
        <dsp:cNvPr id="0" name=""/>
        <dsp:cNvSpPr/>
      </dsp:nvSpPr>
      <dsp:spPr>
        <a:xfrm>
          <a:off x="987425" y="3220958"/>
          <a:ext cx="2962275" cy="740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Meaningful WF - outside Central</a:t>
          </a:r>
        </a:p>
      </dsp:txBody>
      <dsp:txXfrm>
        <a:off x="987425" y="3220958"/>
        <a:ext cx="2962275" cy="740568"/>
      </dsp:txXfrm>
    </dsp:sp>
    <dsp:sp modelId="{81AFB1C0-8B4B-224A-8AB1-A719438A6B59}">
      <dsp:nvSpPr>
        <dsp:cNvPr id="0" name=""/>
        <dsp:cNvSpPr/>
      </dsp:nvSpPr>
      <dsp:spPr>
        <a:xfrm>
          <a:off x="2029158" y="1388297"/>
          <a:ext cx="1110853" cy="111085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Bachelor's degree</a:t>
          </a:r>
        </a:p>
      </dsp:txBody>
      <dsp:txXfrm>
        <a:off x="2191839" y="1550978"/>
        <a:ext cx="785491" cy="785491"/>
      </dsp:txXfrm>
    </dsp:sp>
    <dsp:sp modelId="{42B652E9-0113-F74F-873E-1CC0830DFF60}">
      <dsp:nvSpPr>
        <dsp:cNvPr id="0" name=""/>
        <dsp:cNvSpPr/>
      </dsp:nvSpPr>
      <dsp:spPr>
        <a:xfrm>
          <a:off x="1234281" y="554910"/>
          <a:ext cx="1110853" cy="111085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No college / College outside region</a:t>
          </a:r>
        </a:p>
      </dsp:txBody>
      <dsp:txXfrm>
        <a:off x="1396962" y="717591"/>
        <a:ext cx="785491" cy="785491"/>
      </dsp:txXfrm>
    </dsp:sp>
    <dsp:sp modelId="{9B120DDC-8911-244D-9A08-B7AFC983A900}">
      <dsp:nvSpPr>
        <dsp:cNvPr id="0" name=""/>
        <dsp:cNvSpPr/>
      </dsp:nvSpPr>
      <dsp:spPr>
        <a:xfrm>
          <a:off x="2369820" y="286331"/>
          <a:ext cx="1110853" cy="111085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ACT / MCA</a:t>
          </a:r>
        </a:p>
      </dsp:txBody>
      <dsp:txXfrm>
        <a:off x="2532501" y="449012"/>
        <a:ext cx="785491" cy="785491"/>
      </dsp:txXfrm>
    </dsp:sp>
    <dsp:sp modelId="{9F0E13CB-9530-A043-A118-3AAD10B10A34}">
      <dsp:nvSpPr>
        <dsp:cNvPr id="0" name=""/>
        <dsp:cNvSpPr/>
      </dsp:nvSpPr>
      <dsp:spPr>
        <a:xfrm>
          <a:off x="740568" y="61198"/>
          <a:ext cx="3455987" cy="2764789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CCB06-E221-F747-ABC0-B4BE418D18F5}">
      <dsp:nvSpPr>
        <dsp:cNvPr id="0" name=""/>
        <dsp:cNvSpPr/>
      </dsp:nvSpPr>
      <dsp:spPr>
        <a:xfrm>
          <a:off x="3781" y="148050"/>
          <a:ext cx="2273944" cy="8972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Perceptions of opportunities</a:t>
          </a:r>
          <a:endParaRPr lang="en-US" sz="1400" kern="1200"/>
        </a:p>
      </dsp:txBody>
      <dsp:txXfrm>
        <a:off x="3781" y="148050"/>
        <a:ext cx="2273944" cy="897215"/>
      </dsp:txXfrm>
    </dsp:sp>
    <dsp:sp modelId="{DBC390EB-B54E-C641-8209-C927590EA9CE}">
      <dsp:nvSpPr>
        <dsp:cNvPr id="0" name=""/>
        <dsp:cNvSpPr/>
      </dsp:nvSpPr>
      <dsp:spPr>
        <a:xfrm>
          <a:off x="3781" y="1045265"/>
          <a:ext cx="2273944" cy="282940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Local economy, unemployment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Distance to post-secondary institutions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Connection between youth and local opportunities.</a:t>
          </a:r>
        </a:p>
      </dsp:txBody>
      <dsp:txXfrm>
        <a:off x="3781" y="1045265"/>
        <a:ext cx="2273944" cy="2829408"/>
      </dsp:txXfrm>
    </dsp:sp>
    <dsp:sp modelId="{3464D9E9-8B5E-3342-B638-B098E13C60D6}">
      <dsp:nvSpPr>
        <dsp:cNvPr id="0" name=""/>
        <dsp:cNvSpPr/>
      </dsp:nvSpPr>
      <dsp:spPr>
        <a:xfrm>
          <a:off x="2596078" y="148050"/>
          <a:ext cx="2273944" cy="8972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Youth satisfaction with current community and importance of future community characteristics.</a:t>
          </a:r>
          <a:endParaRPr lang="en-US" sz="1400" kern="1200"/>
        </a:p>
      </dsp:txBody>
      <dsp:txXfrm>
        <a:off x="2596078" y="148050"/>
        <a:ext cx="2273944" cy="897215"/>
      </dsp:txXfrm>
    </dsp:sp>
    <dsp:sp modelId="{70E58115-F0D4-7B4E-9166-0A6E39478617}">
      <dsp:nvSpPr>
        <dsp:cNvPr id="0" name=""/>
        <dsp:cNvSpPr/>
      </dsp:nvSpPr>
      <dsp:spPr>
        <a:xfrm>
          <a:off x="2596078" y="1045265"/>
          <a:ext cx="2273944" cy="282940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Youth are more likely to stay if they are satisfied with amenities, has desirable natural amenities, feel respected, and have a strong identification with the community.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Can also shape their desires in a future community.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Can influence educational aspirations</a:t>
          </a:r>
        </a:p>
      </dsp:txBody>
      <dsp:txXfrm>
        <a:off x="2596078" y="1045265"/>
        <a:ext cx="2273944" cy="2829408"/>
      </dsp:txXfrm>
    </dsp:sp>
    <dsp:sp modelId="{3FE2C1D0-32D3-CF4E-8CE5-88AF69EC718D}">
      <dsp:nvSpPr>
        <dsp:cNvPr id="0" name=""/>
        <dsp:cNvSpPr/>
      </dsp:nvSpPr>
      <dsp:spPr>
        <a:xfrm>
          <a:off x="5188376" y="148050"/>
          <a:ext cx="2273944" cy="8972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Influence of school, family and friends.</a:t>
          </a:r>
          <a:endParaRPr lang="en-US" sz="1400" kern="1200"/>
        </a:p>
      </dsp:txBody>
      <dsp:txXfrm>
        <a:off x="5188376" y="148050"/>
        <a:ext cx="2273944" cy="897215"/>
      </dsp:txXfrm>
    </dsp:sp>
    <dsp:sp modelId="{0E506F91-94CF-4F48-BACD-4A1F57F44701}">
      <dsp:nvSpPr>
        <dsp:cNvPr id="0" name=""/>
        <dsp:cNvSpPr/>
      </dsp:nvSpPr>
      <dsp:spPr>
        <a:xfrm>
          <a:off x="5188376" y="1045265"/>
          <a:ext cx="2273944" cy="282940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Support received to pursue their desires either locally or out-of-town/region.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Closeness can keep a student from leaving.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Family SES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Parents are critical purveyors of local economy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Expectations of educational attainment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Parents understanding of higher education</a:t>
          </a:r>
        </a:p>
      </dsp:txBody>
      <dsp:txXfrm>
        <a:off x="5188376" y="1045265"/>
        <a:ext cx="2273944" cy="2829408"/>
      </dsp:txXfrm>
    </dsp:sp>
    <dsp:sp modelId="{EBE02345-D335-6441-93EB-215F2FCB8DE0}">
      <dsp:nvSpPr>
        <dsp:cNvPr id="0" name=""/>
        <dsp:cNvSpPr/>
      </dsp:nvSpPr>
      <dsp:spPr>
        <a:xfrm>
          <a:off x="7780673" y="148050"/>
          <a:ext cx="2273944" cy="8972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Aspirations and attributes of the individual youth</a:t>
          </a:r>
          <a:endParaRPr lang="en-US" sz="1400" kern="1200"/>
        </a:p>
      </dsp:txBody>
      <dsp:txXfrm>
        <a:off x="7780673" y="148050"/>
        <a:ext cx="2273944" cy="897215"/>
      </dsp:txXfrm>
    </dsp:sp>
    <dsp:sp modelId="{C26C3931-459E-BB46-A256-295BF0E072A9}">
      <dsp:nvSpPr>
        <dsp:cNvPr id="0" name=""/>
        <dsp:cNvSpPr/>
      </dsp:nvSpPr>
      <dsp:spPr>
        <a:xfrm>
          <a:off x="7780673" y="1045265"/>
          <a:ext cx="2273944" cy="282940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Self-efficacy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Race and ethnicity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From a rural area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Gender</a:t>
          </a:r>
        </a:p>
      </dsp:txBody>
      <dsp:txXfrm>
        <a:off x="7780673" y="1045265"/>
        <a:ext cx="2273944" cy="2829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B33B5-CF9C-BD4F-AC9F-DD90A11B04DA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94B95-E3ED-594C-A3D1-1A5DE359D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94B95-E3ED-594C-A3D1-1A5DE359D31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56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222D-899A-1744-A6EB-BF7165C43049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D19-B40C-A141-B173-9805CF4F8427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5118-6C78-DF42-A46E-CFB24A1ABC39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59E0-B326-264A-AF6E-1E810EA2F5E2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8A2E4-7B7C-934A-9262-94A4FF83C380}" type="datetime1">
              <a:rPr lang="en-US" smtClean="0"/>
              <a:t>8/25/25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8B8-98EF-B34D-A900-9E8863FCE480}" type="datetime1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4C9F-8A07-D743-B252-C978CBDA27BE}" type="datetime1">
              <a:rPr lang="en-US" smtClean="0"/>
              <a:t>8/25/25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© Center for Rural Policy &amp; Development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8B7B990-1764-6D40-88DB-5FA06BF2A806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Center for Rural Policy &amp;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5D45-7762-5244-8D9A-ABD3916D9CC5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2B01-875A-D248-89A8-30E034B115AA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3FA6-2BDB-184C-89CD-52FFF3AFAC2E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222D-899A-1744-A6EB-BF7165C43049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190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D19-B40C-A141-B173-9805CF4F8427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66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5118-6C78-DF42-A46E-CFB24A1ABC39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175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59E0-B326-264A-AF6E-1E810EA2F5E2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20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8A2E4-7B7C-934A-9262-94A4FF83C380}" type="datetime1">
              <a:rPr lang="en-US" smtClean="0"/>
              <a:t>8/25/25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3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8B8-98EF-B34D-A900-9E8863FCE480}" type="datetime1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214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4C9F-8A07-D743-B252-C978CBDA27BE}" type="datetime1">
              <a:rPr lang="en-US" smtClean="0"/>
              <a:t>8/25/25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© Center for Rural Policy &amp; Development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876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78B7B990-1764-6D40-88DB-5FA06BF2A806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Center for Rural Policy &amp;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22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1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5D45-7762-5244-8D9A-ABD3916D9CC5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38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2B01-875A-D248-89A8-30E034B115AA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10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2301"/>
            <a:ext cx="2628900" cy="57598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2301"/>
            <a:ext cx="7734300" cy="5759899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3FA6-2BDB-184C-89CD-52FFF3AFAC2E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1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DD78801-3564-C244-963E-E93CB80EB799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199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6334317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5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6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DD78801-3564-C244-963E-E93CB80EB799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6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© Center for Rural Policy &amp;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6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rgbClr val="FFFFFF"/>
                </a:solidFill>
              </a:defRPr>
            </a:lvl1pPr>
          </a:lstStyle>
          <a:p>
            <a:fld id="{4602C01B-26A3-A945-A11F-4B750B6C2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07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gif"/><Relationship Id="rId2" Type="http://schemas.openxmlformats.org/officeDocument/2006/relationships/hyperlink" Target="mailto:kasche@ruralmn.org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BB9730C-14BA-4087-9AF5-401956772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C8AB72-CC2C-4452-A54B-A3EB92AD2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197" y="5120640"/>
            <a:ext cx="10058400" cy="82296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Pathways after high school - Central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5943600"/>
            <a:ext cx="10058400" cy="543513"/>
          </a:xfrm>
        </p:spPr>
        <p:txBody>
          <a:bodyPr>
            <a:normAutofit fontScale="77500" lnSpcReduction="20000"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Presentation of results – EPIC</a:t>
            </a:r>
          </a:p>
          <a:p>
            <a:r>
              <a:rPr lang="en-US" sz="1500" dirty="0">
                <a:solidFill>
                  <a:srgbClr val="FFFFFF"/>
                </a:solidFill>
              </a:rPr>
              <a:t>August 26</a:t>
            </a:r>
            <a:r>
              <a:rPr lang="en-US" sz="1500" baseline="30000" dirty="0">
                <a:solidFill>
                  <a:srgbClr val="FFFFFF"/>
                </a:solidFill>
              </a:rPr>
              <a:t>th</a:t>
            </a:r>
            <a:r>
              <a:rPr lang="en-US" sz="1500" dirty="0">
                <a:solidFill>
                  <a:srgbClr val="FFFFFF"/>
                </a:solidFill>
              </a:rPr>
              <a:t>,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ACA00-B16C-4E40-994D-B0FDD672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00" y="786753"/>
            <a:ext cx="4904122" cy="149575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8F3622B-3E4C-4435-A51C-9D6FD1C2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8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D101-1D23-3546-92C0-D9D60A6F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fundamental shift is taking place in economic development</a:t>
            </a:r>
          </a:p>
        </p:txBody>
      </p:sp>
      <p:pic>
        <p:nvPicPr>
          <p:cNvPr id="6" name="Content Placeholder 5" descr="Factory with solid fill">
            <a:extLst>
              <a:ext uri="{FF2B5EF4-FFF2-40B4-BE49-F238E27FC236}">
                <a16:creationId xmlns:a16="http://schemas.microsoft.com/office/drawing/2014/main" id="{6B6C1066-A9F9-934D-95F5-43777DBFC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6574" y="2595414"/>
            <a:ext cx="1503159" cy="150315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D770C-D6B9-7641-819D-43A91D26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© Center for Rural Policy &amp; Development</a:t>
            </a:r>
          </a:p>
        </p:txBody>
      </p:sp>
      <p:pic>
        <p:nvPicPr>
          <p:cNvPr id="8" name="Graphic 7" descr="Group of people with solid fill">
            <a:extLst>
              <a:ext uri="{FF2B5EF4-FFF2-40B4-BE49-F238E27FC236}">
                <a16:creationId xmlns:a16="http://schemas.microsoft.com/office/drawing/2014/main" id="{899F0A66-A849-614D-9450-AFBD6F8DA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7859" y="2451004"/>
            <a:ext cx="1647568" cy="1647568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8BEB1363-55F0-6A4F-B526-A5A54F5CB010}"/>
              </a:ext>
            </a:extLst>
          </p:cNvPr>
          <p:cNvSpPr/>
          <p:nvPr/>
        </p:nvSpPr>
        <p:spPr>
          <a:xfrm>
            <a:off x="4038600" y="3107495"/>
            <a:ext cx="4114800" cy="33750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5DCB18-E9B1-A44B-9EF5-FCC742D9203E}"/>
              </a:ext>
            </a:extLst>
          </p:cNvPr>
          <p:cNvSpPr txBox="1"/>
          <p:nvPr/>
        </p:nvSpPr>
        <p:spPr>
          <a:xfrm>
            <a:off x="2063578" y="4226012"/>
            <a:ext cx="1975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From Business Recruitment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6057E-0895-7F4C-BD96-D621C9CC8D50}"/>
              </a:ext>
            </a:extLst>
          </p:cNvPr>
          <p:cNvSpPr txBox="1"/>
          <p:nvPr/>
        </p:nvSpPr>
        <p:spPr>
          <a:xfrm>
            <a:off x="8153401" y="4226010"/>
            <a:ext cx="1975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To People Recruitment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D1D80-5544-4C43-99DF-57EDA09C8353}"/>
              </a:ext>
            </a:extLst>
          </p:cNvPr>
          <p:cNvSpPr txBox="1"/>
          <p:nvPr/>
        </p:nvSpPr>
        <p:spPr>
          <a:xfrm>
            <a:off x="3336325" y="5066269"/>
            <a:ext cx="517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This is a statewide issue!</a:t>
            </a:r>
          </a:p>
        </p:txBody>
      </p:sp>
    </p:spTree>
    <p:extLst>
      <p:ext uri="{BB962C8B-B14F-4D97-AF65-F5344CB8AC3E}">
        <p14:creationId xmlns:p14="http://schemas.microsoft.com/office/powerpoint/2010/main" val="377582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0">
            <a:extLst>
              <a:ext uri="{FF2B5EF4-FFF2-40B4-BE49-F238E27FC236}">
                <a16:creationId xmlns:a16="http://schemas.microsoft.com/office/drawing/2014/main" id="{3CFC9789-57F4-4B9C-ABAA-6F7C8BADC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9B54F538-07DE-4652-B506-5D16E3EBB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14">
            <a:extLst>
              <a:ext uri="{FF2B5EF4-FFF2-40B4-BE49-F238E27FC236}">
                <a16:creationId xmlns:a16="http://schemas.microsoft.com/office/drawing/2014/main" id="{03D56195-A6AC-4958-8B87-F7D009353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05A42EF-68E6-4808-81CD-E5ABD0ED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F1229-2FC8-76D5-4781-DF53D698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What to do?</a:t>
            </a:r>
          </a:p>
        </p:txBody>
      </p:sp>
      <p:pic>
        <p:nvPicPr>
          <p:cNvPr id="24" name="Graphic 7" descr="Suburban scene">
            <a:extLst>
              <a:ext uri="{FF2B5EF4-FFF2-40B4-BE49-F238E27FC236}">
                <a16:creationId xmlns:a16="http://schemas.microsoft.com/office/drawing/2014/main" id="{4C2057C8-AF38-B5F3-7254-0576C7AB6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4A154E-1950-4755-A5FC-5998EE0CC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1686A-F286-3660-5882-E273E06F3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Invest in non-traditional economic development</a:t>
            </a:r>
          </a:p>
          <a:p>
            <a:pPr lvl="1"/>
            <a:r>
              <a:rPr lang="en-US" dirty="0"/>
              <a:t>Resident recruitment and retention initiatives</a:t>
            </a:r>
          </a:p>
          <a:p>
            <a:pPr lvl="1"/>
            <a:r>
              <a:rPr lang="en-US" u="sng" dirty="0"/>
              <a:t>High school engagement</a:t>
            </a:r>
          </a:p>
          <a:p>
            <a:pPr lvl="1"/>
            <a:r>
              <a:rPr lang="en-US" dirty="0"/>
              <a:t>Child care</a:t>
            </a:r>
          </a:p>
          <a:p>
            <a:pPr lvl="1"/>
            <a:r>
              <a:rPr lang="en-US" dirty="0"/>
              <a:t>Housing</a:t>
            </a:r>
          </a:p>
          <a:p>
            <a:pPr lvl="1"/>
            <a:r>
              <a:rPr lang="en-US" dirty="0"/>
              <a:t>Engaging retired</a:t>
            </a:r>
          </a:p>
          <a:p>
            <a:pPr lvl="1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E9C285-56FB-4B36-8ECA-C2D6596AA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7C076B-00B1-4629-B27F-A86F9885F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5402-31B7-9E20-C7AE-F177B065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2663752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281D-E964-61FE-71C6-F341A3C8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Rural Job Vacancy Report Series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901E2-A79B-B912-8FAE-DF079DBD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339078-F79F-E714-999D-61F102483B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222" y="2079171"/>
            <a:ext cx="2581856" cy="14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02B675D-E440-131D-92E4-7E41F962A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42" y="2212068"/>
            <a:ext cx="1675267" cy="216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C30943-1254-9DDB-E2F8-9597FEB8D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552" y="2804549"/>
            <a:ext cx="2786743" cy="57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6B7B319-CD2F-F2B4-5A3B-B06CA6F25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746" y="2079171"/>
            <a:ext cx="1654025" cy="213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205583-D58A-D2E5-B646-803621333F30}"/>
              </a:ext>
            </a:extLst>
          </p:cNvPr>
          <p:cNvSpPr txBox="1"/>
          <p:nvPr/>
        </p:nvSpPr>
        <p:spPr>
          <a:xfrm>
            <a:off x="767442" y="4555671"/>
            <a:ext cx="167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C18B3-B8A8-E805-E9D0-F5B561F2CE81}"/>
              </a:ext>
            </a:extLst>
          </p:cNvPr>
          <p:cNvSpPr txBox="1"/>
          <p:nvPr/>
        </p:nvSpPr>
        <p:spPr>
          <a:xfrm>
            <a:off x="3494289" y="3468135"/>
            <a:ext cx="167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Resident recruitment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E37FF-1E67-3CAD-0965-D2CEB4BA4183}"/>
              </a:ext>
            </a:extLst>
          </p:cNvPr>
          <p:cNvSpPr txBox="1"/>
          <p:nvPr/>
        </p:nvSpPr>
        <p:spPr>
          <a:xfrm>
            <a:off x="6575504" y="4555671"/>
            <a:ext cx="167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 barriers to employment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F5019-09B5-6544-6F23-1D9C664A8DDA}"/>
              </a:ext>
            </a:extLst>
          </p:cNvPr>
          <p:cNvSpPr txBox="1"/>
          <p:nvPr/>
        </p:nvSpPr>
        <p:spPr>
          <a:xfrm>
            <a:off x="9480413" y="3812680"/>
            <a:ext cx="167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Engaging high school students</a:t>
            </a:r>
          </a:p>
        </p:txBody>
      </p:sp>
    </p:spTree>
    <p:extLst>
      <p:ext uri="{BB962C8B-B14F-4D97-AF65-F5344CB8AC3E}">
        <p14:creationId xmlns:p14="http://schemas.microsoft.com/office/powerpoint/2010/main" val="114456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A8FFEA1-1B69-4F42-B552-0CCF7259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A3C9226-5EC8-460B-82D7-72AA994DF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62A90A9D-33DF-408E-BF4C-F82588935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E6AA15AE-DAFE-4E1E-B05F-F57962FD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A7C5C-F771-AEC6-9DA3-C9748EFA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>
                <a:solidFill>
                  <a:schemeClr val="tx1">
                    <a:lumMod val="85000"/>
                    <a:lumOff val="15000"/>
                  </a:schemeClr>
                </a:solidFill>
              </a:rPr>
              <a:t>One completed report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6A9D97-12E0-C0F1-D797-FFD53EDC89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4488" y="1166550"/>
            <a:ext cx="5429008" cy="305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D07141D5-A57C-43F5-A655-5BA2D0D2A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9DB1F97-BFF9-46CC-8EB4-BB63B98F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8CAE6E3-39B4-4A16-97BC-9C376B9B7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AB1D2-24C0-8398-2198-C6E32E1E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9246D-3A6D-6FBF-6E82-E3873B0F5A19}"/>
              </a:ext>
            </a:extLst>
          </p:cNvPr>
          <p:cNvSpPr txBox="1"/>
          <p:nvPr/>
        </p:nvSpPr>
        <p:spPr>
          <a:xfrm>
            <a:off x="2730434" y="4369362"/>
            <a:ext cx="3037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Pathways after high school - Southwest</a:t>
            </a:r>
          </a:p>
        </p:txBody>
      </p:sp>
    </p:spTree>
    <p:extLst>
      <p:ext uri="{BB962C8B-B14F-4D97-AF65-F5344CB8AC3E}">
        <p14:creationId xmlns:p14="http://schemas.microsoft.com/office/powerpoint/2010/main" val="406355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CFC9789-57F4-4B9C-ABAA-6F7C8BADC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54F538-07DE-4652-B506-5D16E3EBB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D56195-A6AC-4958-8B87-F7D009353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139D7-D991-DED1-F4B9-98974EC31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Project Regions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845782A-CEFB-B4B5-9C1C-B6D29D49C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 fontScale="62500" lnSpcReduction="20000"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Northwest: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1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2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4</a:t>
            </a:r>
          </a:p>
          <a:p>
            <a:r>
              <a:rPr lang="en-US" sz="1500" dirty="0">
                <a:solidFill>
                  <a:srgbClr val="FFFFFF"/>
                </a:solidFill>
              </a:rPr>
              <a:t>Northeast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3</a:t>
            </a:r>
          </a:p>
          <a:p>
            <a:r>
              <a:rPr lang="en-US" sz="1500" dirty="0">
                <a:solidFill>
                  <a:srgbClr val="FFFFFF"/>
                </a:solidFill>
              </a:rPr>
              <a:t>Central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5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7E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7W</a:t>
            </a:r>
          </a:p>
          <a:p>
            <a:r>
              <a:rPr lang="en-US" sz="1500" dirty="0">
                <a:solidFill>
                  <a:srgbClr val="FFFFFF"/>
                </a:solidFill>
              </a:rPr>
              <a:t>Southwest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6E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6W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8</a:t>
            </a:r>
          </a:p>
          <a:p>
            <a:r>
              <a:rPr lang="en-US" sz="1500" dirty="0">
                <a:solidFill>
                  <a:srgbClr val="FFFFFF"/>
                </a:solidFill>
              </a:rPr>
              <a:t>Southern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9</a:t>
            </a:r>
          </a:p>
          <a:p>
            <a:pPr lvl="1"/>
            <a:r>
              <a:rPr lang="en-US" sz="1300" dirty="0">
                <a:solidFill>
                  <a:srgbClr val="FFFFFF"/>
                </a:solidFill>
              </a:rPr>
              <a:t>EDR 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36337-CA56-E6D3-0DD8-613C550D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9175" y="6459785"/>
            <a:ext cx="375724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6E8DD4-AF8A-EF23-F2A1-D28E0FE8F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23" y="457200"/>
            <a:ext cx="7772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12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4567B1-4DCD-B070-774F-F6005B29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64943E-F913-1E6C-7A85-1D21F8EAC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Pathways after high school - Central</a:t>
            </a:r>
          </a:p>
          <a:p>
            <a:r>
              <a:rPr lang="en-US" dirty="0"/>
              <a:t>Presentation of Results – EPIC</a:t>
            </a:r>
          </a:p>
          <a:p>
            <a:r>
              <a:rPr lang="en-US" dirty="0"/>
              <a:t>August 26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319C0-6CD7-6686-6A0D-CD28F4AE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032069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95C55F-4286-4A2A-A05E-2D274D82F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561D9-068B-4BC7-85F6-AE6A7C34B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1BACF2-0F18-493C-99AB-363E6147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4134F-6C98-75DA-3096-01552AD8E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Project Initiation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2B5A-A1CF-E1CE-734E-C0286AA02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Request from Office of Higher Education – Meredith Ferguson, Research Director at OHE</a:t>
            </a:r>
          </a:p>
          <a:p>
            <a:r>
              <a:rPr lang="en-US" dirty="0"/>
              <a:t>Partners involved in project development</a:t>
            </a:r>
          </a:p>
          <a:p>
            <a:pPr lvl="1"/>
            <a:r>
              <a:rPr lang="en-US" dirty="0"/>
              <a:t>OHE </a:t>
            </a:r>
          </a:p>
          <a:p>
            <a:pPr lvl="1"/>
            <a:r>
              <a:rPr lang="en-US" dirty="0"/>
              <a:t>DEED MN Department of Education</a:t>
            </a:r>
          </a:p>
          <a:p>
            <a:pPr lvl="1"/>
            <a:r>
              <a:rPr lang="en-US" dirty="0"/>
              <a:t>SWWC </a:t>
            </a:r>
            <a:r>
              <a:rPr lang="en-US"/>
              <a:t>Service Cooperative</a:t>
            </a:r>
            <a:endParaRPr lang="en-US" dirty="0"/>
          </a:p>
          <a:p>
            <a:pPr lvl="1"/>
            <a:r>
              <a:rPr lang="en-US" dirty="0"/>
              <a:t>Minnesota Valley Education District Consortium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00BC0-332B-FE81-6C2D-45AF99B0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2017" y="6459785"/>
            <a:ext cx="510516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455F5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271079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8247643-37AB-47DE-B7BD-7A64FEB1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BC3119-F8E7-4266-91B8-7A1E808B4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7D15890-6502-4FAA-AB03-AFAC88EE2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A94DA-24B2-9B51-4D13-330AA18F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Research Question</a:t>
            </a:r>
          </a:p>
        </p:txBody>
      </p:sp>
      <p:pic>
        <p:nvPicPr>
          <p:cNvPr id="41" name="Picture 40" descr="Back shot of a row of graduates">
            <a:extLst>
              <a:ext uri="{FF2B5EF4-FFF2-40B4-BE49-F238E27FC236}">
                <a16:creationId xmlns:a16="http://schemas.microsoft.com/office/drawing/2014/main" id="{49367E74-E0C6-15EF-6E68-37A2D6CD1F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92" r="31888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A10B891B-CC28-9213-4E63-8915E680A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US" dirty="0"/>
              <a:t>Among high school graduates, which educational experiences result in a higher probability of having local geographic workforce participation at Time X?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7C6F7-0EEC-5734-A03B-A4C3E22B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1601" y="6459785"/>
            <a:ext cx="37393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algn="l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all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4176163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9A6D-E73F-C03A-7C88-584501BE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“Time X” = Years after graduation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54049C-2698-0C6C-C63C-2C5F6663DE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2008</a:t>
            </a:r>
          </a:p>
          <a:p>
            <a:pPr algn="ctr"/>
            <a:r>
              <a:rPr lang="en-US" dirty="0"/>
              <a:t>2009</a:t>
            </a:r>
          </a:p>
          <a:p>
            <a:pPr algn="ctr"/>
            <a:r>
              <a:rPr lang="en-US" dirty="0"/>
              <a:t>2010</a:t>
            </a:r>
          </a:p>
          <a:p>
            <a:pPr algn="ctr"/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E8486-1D05-361C-F70D-A0C6407FC4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/>
              <a:t>1 year after graduating high school</a:t>
            </a:r>
          </a:p>
          <a:p>
            <a:pPr algn="ctr"/>
            <a:r>
              <a:rPr lang="en-US" dirty="0"/>
              <a:t>2 years after graduating high school</a:t>
            </a:r>
          </a:p>
          <a:p>
            <a:pPr algn="ctr"/>
            <a:r>
              <a:rPr lang="en-US" dirty="0"/>
              <a:t>3 years after graduating high school</a:t>
            </a:r>
          </a:p>
          <a:p>
            <a:pPr marL="0" indent="0" algn="ctr">
              <a:buNone/>
            </a:pP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42FFF-D5D6-1569-B365-5234C645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12" name="&quot;No&quot; Symbol 11">
            <a:extLst>
              <a:ext uri="{FF2B5EF4-FFF2-40B4-BE49-F238E27FC236}">
                <a16:creationId xmlns:a16="http://schemas.microsoft.com/office/drawing/2014/main" id="{10229F50-2E01-2C2E-7F57-6C417AC64937}"/>
              </a:ext>
            </a:extLst>
          </p:cNvPr>
          <p:cNvSpPr/>
          <p:nvPr/>
        </p:nvSpPr>
        <p:spPr>
          <a:xfrm>
            <a:off x="2479371" y="2094610"/>
            <a:ext cx="2173574" cy="2713220"/>
          </a:xfrm>
          <a:prstGeom prst="noSmoking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D5B95E-8621-3787-7BF0-9DE3C4E15931}"/>
              </a:ext>
            </a:extLst>
          </p:cNvPr>
          <p:cNvSpPr/>
          <p:nvPr/>
        </p:nvSpPr>
        <p:spPr>
          <a:xfrm>
            <a:off x="6156964" y="2094610"/>
            <a:ext cx="4961744" cy="322288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0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95E7-F3B1-5C1F-6CAF-997BCFBAA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illustration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7F8E977-30AC-170D-A66F-56176E8E6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3031292"/>
              </p:ext>
            </p:extLst>
          </p:nvPr>
        </p:nvGraphicFramePr>
        <p:xfrm>
          <a:off x="1096963" y="1846263"/>
          <a:ext cx="1005839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914">
                  <a:extLst>
                    <a:ext uri="{9D8B030D-6E8A-4147-A177-3AD203B41FA5}">
                      <a16:colId xmlns:a16="http://schemas.microsoft.com/office/drawing/2014/main" val="334344146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742914486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878195785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3372558853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931880462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464733738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865350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ID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64160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01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70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8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197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62831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BE820-D8D7-21C9-FBF4-FA7ABAF4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2171095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1">
            <a:extLst>
              <a:ext uri="{FF2B5EF4-FFF2-40B4-BE49-F238E27FC236}">
                <a16:creationId xmlns:a16="http://schemas.microsoft.com/office/drawing/2014/main" id="{F53311A5-99DE-4393-9A6A-668B1A50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4927983-BFBD-4CAA-A34E-2D3486A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193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6" name="Straight Connector 15">
            <a:extLst>
              <a:ext uri="{FF2B5EF4-FFF2-40B4-BE49-F238E27FC236}">
                <a16:creationId xmlns:a16="http://schemas.microsoft.com/office/drawing/2014/main" id="{B40DF401-E6F0-4EFD-8C5C-68473520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17">
            <a:extLst>
              <a:ext uri="{FF2B5EF4-FFF2-40B4-BE49-F238E27FC236}">
                <a16:creationId xmlns:a16="http://schemas.microsoft.com/office/drawing/2014/main" id="{40E5B315-592C-487A-A815-6F61A98F4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D7E046CA-18CB-4F2C-A9BE-BA9720B92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D69837-8AD0-D1F8-BCE6-263A7587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Population</a:t>
            </a: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ED2F258D-E518-486A-8D50-E9A11EF13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1DEE6-3A4E-9223-CAA2-0701BCE7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  <p:graphicFrame>
        <p:nvGraphicFramePr>
          <p:cNvPr id="30" name="Content Placeholder 5">
            <a:extLst>
              <a:ext uri="{FF2B5EF4-FFF2-40B4-BE49-F238E27FC236}">
                <a16:creationId xmlns:a16="http://schemas.microsoft.com/office/drawing/2014/main" id="{C2863D6D-5C5C-FACD-BBAC-13B91740EC1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915595"/>
              </p:ext>
            </p:extLst>
          </p:nvPr>
        </p:nvGraphicFramePr>
        <p:xfrm>
          <a:off x="643466" y="289366"/>
          <a:ext cx="10900477" cy="4334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971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247643-37AB-47DE-B7BD-7A64FEB1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C3119-F8E7-4266-91B8-7A1E808B4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D15890-6502-4FAA-AB03-AFAC88EE2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287E58-BFA2-4780-8829-AAA140F4A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E8845D6-59A7-8F1B-F4A1-ECFAB6D7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Statewide Longitudinal Education Data System (SLEDS)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A44386-17EF-471B-BBDB-C20ACD5A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C4828D-6EB3-42F1-B844-8F3B0D0E1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03E93-55BD-540B-DDD3-05F7AA11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3F56F85-5817-D85D-F335-BE9087DE6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962488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5994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D5EA-C38F-CB4C-9EE2-6137CB528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4D5765-D8B3-C48E-5B74-E97509A7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trends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7BF8BE-8726-E544-BF8D-D9F72533C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Pathways after high school - Central</a:t>
            </a:r>
          </a:p>
          <a:p>
            <a:r>
              <a:rPr lang="en-US" dirty="0"/>
              <a:t>Presentation of Results – EPIC</a:t>
            </a:r>
          </a:p>
          <a:p>
            <a:r>
              <a:rPr lang="en-US" dirty="0"/>
              <a:t>August 26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6C128-AF72-41DB-3F79-CC1EF891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2362991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1D53CA0-FDE7-4B62-AE74-A671E6B82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FA22A8-DAD2-4DBF-BCF6-AA00E9D83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CF2381-9166-48DC-8859-93B6A5893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3B9EC-7113-0D13-2B10-82EECB9C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”Meaningful workforce participation”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B92E-22BA-F221-086D-4956B1ECF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753" y="4455621"/>
            <a:ext cx="6269347" cy="12386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1,000+ hours worked with single employer in calendar year.</a:t>
            </a:r>
          </a:p>
        </p:txBody>
      </p:sp>
      <p:pic>
        <p:nvPicPr>
          <p:cNvPr id="23" name="Picture 22" descr="Calendar">
            <a:extLst>
              <a:ext uri="{FF2B5EF4-FFF2-40B4-BE49-F238E27FC236}">
                <a16:creationId xmlns:a16="http://schemas.microsoft.com/office/drawing/2014/main" id="{8AD474C6-EE0D-9690-3CB5-509BD9D2DE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12" r="25471" b="-1"/>
          <a:stretch/>
        </p:blipFill>
        <p:spPr>
          <a:xfrm>
            <a:off x="-1" y="10"/>
            <a:ext cx="4635315" cy="6857989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DA48B-7225-5A62-CEB1-A7629720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9753" y="6459785"/>
            <a:ext cx="463531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670655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53311A5-99DE-4393-9A6A-668B1A50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927983-BFBD-4CAA-A34E-2D3486A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193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0DF401-E6F0-4EFD-8C5C-68473520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F5E263C-FB7E-4A3E-AD04-5140CD3D1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65ED8C-90F7-4EB0-ACCB-64AEF411E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2CBDE-70BD-F378-2A37-CFDE5DD2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Workforce participation “states” at Time 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604E3BF-88F7-4D19-BEC9-8486966EA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EA723-C619-063B-397D-245413EA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2017" y="6459785"/>
            <a:ext cx="510516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457200">
              <a:spcAft>
                <a:spcPts val="600"/>
              </a:spcAft>
            </a:pPr>
            <a:r>
              <a:rPr lang="en-US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8AADAC1-6D26-9E7E-0700-A0D23700A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653694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0278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85D15-2337-4C62-4B9F-C30ECE4A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E65EAE-23BA-A22E-70C3-3E017AB85CCD}"/>
              </a:ext>
            </a:extLst>
          </p:cNvPr>
          <p:cNvSpPr txBox="1"/>
          <p:nvPr/>
        </p:nvSpPr>
        <p:spPr>
          <a:xfrm>
            <a:off x="7926373" y="5976464"/>
            <a:ext cx="3656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MN Statewide Longitudinal Education Data System (SLEDS)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C2F9A-65A5-DBF2-B817-A0E74E38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35315"/>
            <a:ext cx="10972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338C9-43FB-EC2E-3ECA-656FE92CA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36E1B2-0BE1-B260-523C-CF1C7840FF94}"/>
              </a:ext>
            </a:extLst>
          </p:cNvPr>
          <p:cNvSpPr txBox="1"/>
          <p:nvPr/>
        </p:nvSpPr>
        <p:spPr>
          <a:xfrm>
            <a:off x="7926373" y="5976464"/>
            <a:ext cx="3656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MN Statewide Longitudinal Education Data System (SLEDS)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E47B1-60DD-0EA4-8AC9-C1B1DA9A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9085"/>
            <a:ext cx="10972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97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0CDE-C475-F57E-6701-F4746F1F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C243AD-4FCD-A1B1-BE83-8120535B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predictors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1B7710-E0CF-2F83-2685-37E5BFEA4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Pathways after high school - Central</a:t>
            </a:r>
          </a:p>
          <a:p>
            <a:r>
              <a:rPr lang="en-US" dirty="0"/>
              <a:t>Presentation of Results – EPIC</a:t>
            </a:r>
          </a:p>
          <a:p>
            <a:r>
              <a:rPr lang="en-US" dirty="0"/>
              <a:t>August 26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3ED686-76E6-0E41-410F-476BC6DB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2165836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578AC8-2741-8171-7A69-628483B9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factors that contribute to these patterns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A234353-03EE-23C1-5C79-71D265062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8688691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AC6AD1-FEA1-ABEB-D32A-85CD3B1A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352103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A313-66DD-26A2-BB44-D843CD0A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Process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29F6DFB-72ED-780C-2FD5-8AEC8514F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086919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4DC18-D3EF-C6E2-A363-51D34FA9A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933399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3311A5-99DE-4393-9A6A-668B1A50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927983-BFBD-4CAA-A34E-2D3486A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193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0DF401-E6F0-4EFD-8C5C-68473520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04084C-2BDB-4EED-A7AE-B21C3B9A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Variables Ranked by Importance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1292B-4E11-6591-844B-53140E90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DA28878-BB39-7A18-3B27-0D1A131A4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384498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5475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247643-37AB-47DE-B7BD-7A64FEB1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C3119-F8E7-4266-91B8-7A1E808B4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D15890-6502-4FAA-AB03-AFAC88EE2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11B22-F868-F157-05DC-9409E8A48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Key Themes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46AF8E-8DE8-030B-DAB2-A64EBB00A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49" r="29272" b="-1"/>
          <a:stretch/>
        </p:blipFill>
        <p:spPr>
          <a:xfrm>
            <a:off x="20" y="1727"/>
            <a:ext cx="4654276" cy="687012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E0B2E-60C9-D198-E66B-24D4C5DEC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 vert="horz" lIns="0" tIns="45720" rIns="0" bIns="45720" rtlCol="0">
            <a:normAutofit/>
          </a:bodyPr>
          <a:lstStyle/>
          <a:p>
            <a:pPr marL="457200" indent="-457200">
              <a:buFont typeface="Calibri" panose="020F0502020204030204" pitchFamily="34" charset="0"/>
              <a:buAutoNum type="arabicPeriod"/>
            </a:pPr>
            <a:r>
              <a:rPr lang="en-US" dirty="0"/>
              <a:t>Local ties significantly increase the odds that an individual will have meaningful regional workforce participation.</a:t>
            </a:r>
          </a:p>
          <a:p>
            <a:pPr marL="457200" indent="-457200">
              <a:buFont typeface="Calibri" panose="020F0502020204030204" pitchFamily="34" charset="0"/>
              <a:buAutoNum type="arabicPeriod"/>
            </a:pPr>
            <a:r>
              <a:rPr lang="en-US" dirty="0"/>
              <a:t>There’s a disconnect in traditional educational paths and local careers.</a:t>
            </a:r>
          </a:p>
          <a:p>
            <a:pPr marL="457200" indent="-457200">
              <a:buFont typeface="Calibri" panose="020F0502020204030204" pitchFamily="34" charset="0"/>
              <a:buAutoNum type="arabicPeriod"/>
            </a:pPr>
            <a:r>
              <a:rPr lang="en-US" dirty="0"/>
              <a:t>There are students ”falling through the cracks”.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094B1-0C4A-6840-9F5C-1BB10E6C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1601" y="6459785"/>
            <a:ext cx="37393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234782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82894-EBEF-8363-2C26-7A782BE9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Takeaway #1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6CEB-E4B3-62D4-A9F4-06C85A23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+mj-lt"/>
              </a:rPr>
              <a:t>Local post-secondary pathways lead to local workforce employment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85389-BEEE-90A2-DF4F-27A8BAB9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1499708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CFC9789-57F4-4B9C-ABAA-6F7C8BADC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54F538-07DE-4652-B506-5D16E3EBB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D56195-A6AC-4958-8B87-F7D009353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1C681-E863-08BF-E283-F0BB03A9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Local colleges supply meaningful employment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B802804-8722-A9AE-391F-6B3202546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 dirty="0" err="1">
                <a:solidFill>
                  <a:srgbClr val="FFFFFF"/>
                </a:solidFill>
              </a:rPr>
              <a:t>sdwed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8B6F6-A425-EA1B-3A36-905691AB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9175" y="6459785"/>
            <a:ext cx="375724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2A38B0-28EE-59AB-CD53-DD10C9994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664" y="228600"/>
            <a:ext cx="77724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05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82894-EBEF-8363-2C26-7A782BE9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Takeaway #2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6CEB-E4B3-62D4-A9F4-06C85A23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+mj-lt"/>
              </a:rPr>
              <a:t>Not enough students attending local colleges to fill local labor force needs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85389-BEEE-90A2-DF4F-27A8BAB9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925981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CFC9789-57F4-4B9C-ABAA-6F7C8BADC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54F538-07DE-4652-B506-5D16E3EBB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D56195-A6AC-4958-8B87-F7D009353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4AB37-B90B-C137-D8C6-9B33E8F1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Few graduating from local colleges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832094B-D0C7-4E8D-4A5D-235C22DFD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Only 12.3% of high school graduates from 2008 to 2023 had graduated from a local college.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All students who were enrolled in post-secondary institution as of 2023 were removed.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68C2B-BA16-9082-8D96-B26F8907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9175" y="6459785"/>
            <a:ext cx="375724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A1BE3D-04B5-5631-377E-0D4DF0691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892" y="304730"/>
            <a:ext cx="77724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91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6D21D-EC43-9431-391A-BBA0D2F2F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25F91C-9DB9-A722-A490-08DF15E3F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F98F71-0545-606E-210B-5DA125623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33E3A4-A01B-DBA3-FBFF-70C331415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612B9F8-2F37-B58A-A2CB-AC572CBA8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0A8B1-8507-6C20-60E4-83A633256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Takeaway #2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F147A7-77EB-8842-0940-94B016A0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FE389-7D73-D3BE-15B4-05A1B3CD1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+mj-lt"/>
              </a:rPr>
              <a:t>Lower credentials tend to stay local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BE9D66-31E7-9444-E089-7416F834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13587-F6AA-A8AB-CAEC-8BF316F6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514285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CFC9789-57F4-4B9C-ABAA-6F7C8BADC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54F538-07DE-4652-B506-5D16E3EBB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D56195-A6AC-4958-8B87-F7D009353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644C0-99FC-C0B2-E4A6-4B2B5E0D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Associate or lesser benefits local employment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A1ED825-78D9-8366-051D-EB2FEA8EA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Of the individuals that earned an Associate or less credential, 31.1% of them had meaningful employment in the region. Of all the credentials (and non-credential) earners, this is the largest contributor to local employment.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C3341-2066-C0D7-47CD-ABE6B074E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9175" y="6459785"/>
            <a:ext cx="375724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85476B-6C06-4ED6-C9E6-58A5A4C77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76" y="228600"/>
            <a:ext cx="77724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29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82894-EBEF-8363-2C26-7A782BE9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Takeaway #4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6CEB-E4B3-62D4-A9F4-06C85A23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+mj-lt"/>
              </a:rPr>
              <a:t>Increasing the odds for regional workforce participation with Career and Technical Education and local career awareness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85389-BEEE-90A2-DF4F-27A8BAB9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1202476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CE64-4A71-F0EE-E368-710A6D14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CTE a local tie?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DB80-1B06-238C-EA5B-1A3B5DB8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AAE70-D23D-820E-A265-B314998DA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934788"/>
          </a:xfrm>
        </p:spPr>
        <p:txBody>
          <a:bodyPr/>
          <a:lstStyle/>
          <a:p>
            <a:pPr algn="ctr"/>
            <a:r>
              <a:rPr lang="en-US" sz="1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efined as a “sequence of courses that integrates core academic knowledge with technical and occupational knowledge and skills to provide students a pathway to postsecondary education and careers”.  (MDE)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1DC501C-8C2A-5548-00A3-5ABFD9D04C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9520965"/>
              </p:ext>
            </p:extLst>
          </p:nvPr>
        </p:nvGraphicFramePr>
        <p:xfrm>
          <a:off x="1097280" y="2780522"/>
          <a:ext cx="10058400" cy="3526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2134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CFC9789-57F4-4B9C-ABAA-6F7C8BADC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54F538-07DE-4652-B506-5D16E3EBB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D56195-A6AC-4958-8B87-F7D009353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21824-DC79-F3F3-96F6-7681EF5A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CTE Engagement leads to local meaningful employment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E5C1C8-C37B-CED7-FA69-0E64CDD7A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Of the CTE Concentrators, 26% had meaningful labor force participation in the region while 31% did in Minnesota, but outside the region.</a:t>
            </a:r>
          </a:p>
          <a:p>
            <a:r>
              <a:rPr lang="en-US" sz="1500" dirty="0">
                <a:solidFill>
                  <a:srgbClr val="FFFFFF"/>
                </a:solidFill>
              </a:rPr>
              <a:t>It’s pretty much identical percentages for CTE participants.</a:t>
            </a:r>
          </a:p>
          <a:p>
            <a:r>
              <a:rPr lang="en-US" sz="1500" dirty="0">
                <a:solidFill>
                  <a:srgbClr val="FFFFFF"/>
                </a:solidFill>
              </a:rPr>
              <a:t>Individuals with no CTE were significantly more likely to not have a MN employment record.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70ABA4-F128-CDC7-F86B-CD2AD477C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696" y="640080"/>
            <a:ext cx="6770724" cy="5577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0E006-44EB-A7F7-263E-D87D2F14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9175" y="6459785"/>
            <a:ext cx="375724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20695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DAEDC0-1FD3-F858-D203-1CA636A2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impacts post-high school paths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6E4EA7-8090-3880-6A1B-7B0EB129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ADACF2D-F851-5189-BC92-A58302A2FA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6353765"/>
              </p:ext>
            </p:extLst>
          </p:nvPr>
        </p:nvGraphicFramePr>
        <p:xfrm>
          <a:off x="1097280" y="2042958"/>
          <a:ext cx="4644222" cy="4111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3E48C28-49F9-F116-332E-49014C04EE33}"/>
              </a:ext>
            </a:extLst>
          </p:cNvPr>
          <p:cNvSpPr txBox="1"/>
          <p:nvPr/>
        </p:nvSpPr>
        <p:spPr>
          <a:xfrm>
            <a:off x="7810960" y="3636907"/>
            <a:ext cx="3712684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Higher proportion of individuals with meaningful workforce participation in SW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E5063EE-833B-D468-B268-6D477F576F2B}"/>
              </a:ext>
            </a:extLst>
          </p:cNvPr>
          <p:cNvSpPr/>
          <p:nvPr/>
        </p:nvSpPr>
        <p:spPr>
          <a:xfrm>
            <a:off x="5838940" y="2677099"/>
            <a:ext cx="418641" cy="2798284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D66146-4EBC-D341-355C-C8FAD5BE8428}"/>
              </a:ext>
            </a:extLst>
          </p:cNvPr>
          <p:cNvCxnSpPr/>
          <p:nvPr/>
        </p:nvCxnSpPr>
        <p:spPr>
          <a:xfrm>
            <a:off x="6533002" y="4076241"/>
            <a:ext cx="1068637" cy="0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801EF9-910C-B823-330F-A74415E2F9B4}"/>
              </a:ext>
            </a:extLst>
          </p:cNvPr>
          <p:cNvSpPr txBox="1"/>
          <p:nvPr/>
        </p:nvSpPr>
        <p:spPr>
          <a:xfrm rot="19354835">
            <a:off x="999842" y="2329397"/>
            <a:ext cx="2263515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Higher percentages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D6BE2E-BF87-C294-B07D-F7A407E62916}"/>
              </a:ext>
            </a:extLst>
          </p:cNvPr>
          <p:cNvCxnSpPr>
            <a:cxnSpLocks/>
          </p:cNvCxnSpPr>
          <p:nvPr/>
        </p:nvCxnSpPr>
        <p:spPr>
          <a:xfrm>
            <a:off x="2588964" y="2764286"/>
            <a:ext cx="649995" cy="664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D98A910-0083-EB62-21A8-DDFE76A88D41}"/>
              </a:ext>
            </a:extLst>
          </p:cNvPr>
          <p:cNvSpPr txBox="1"/>
          <p:nvPr/>
        </p:nvSpPr>
        <p:spPr>
          <a:xfrm>
            <a:off x="6680975" y="5844474"/>
            <a:ext cx="3656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MN Statewide Longitudinal Education Data System (SLEDS)</a:t>
            </a:r>
          </a:p>
        </p:txBody>
      </p:sp>
    </p:spTree>
    <p:extLst>
      <p:ext uri="{BB962C8B-B14F-4D97-AF65-F5344CB8AC3E}">
        <p14:creationId xmlns:p14="http://schemas.microsoft.com/office/powerpoint/2010/main" val="1691995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82894-EBEF-8363-2C26-7A782BE9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Takeaway #5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6CEB-E4B3-62D4-A9F4-06C85A23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+mj-lt"/>
              </a:rPr>
              <a:t>Planning for advanced degrees increases odds for having meaningful workforce participation outside Central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85389-BEEE-90A2-DF4F-27A8BAB9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665216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DAEDC0-1FD3-F858-D203-1CA636A2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College planning (ACT) impacts beyond meaningful workforce participation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6E4EA7-8090-3880-6A1B-7B0EB129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ADACF2D-F851-5189-BC92-A58302A2FA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4610231"/>
              </p:ext>
            </p:extLst>
          </p:nvPr>
        </p:nvGraphicFramePr>
        <p:xfrm>
          <a:off x="1097280" y="2042958"/>
          <a:ext cx="4644222" cy="4111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3E48C28-49F9-F116-332E-49014C04EE33}"/>
              </a:ext>
            </a:extLst>
          </p:cNvPr>
          <p:cNvSpPr txBox="1"/>
          <p:nvPr/>
        </p:nvSpPr>
        <p:spPr>
          <a:xfrm>
            <a:off x="7810960" y="3636907"/>
            <a:ext cx="3712684" cy="923330"/>
          </a:xfrm>
          <a:prstGeom prst="rect">
            <a:avLst/>
          </a:prstGeom>
          <a:solidFill>
            <a:srgbClr val="FC8D59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Higher proportion of individuals with meaningful workforce participation </a:t>
            </a:r>
            <a:r>
              <a:rPr lang="en-US" u="sng" dirty="0">
                <a:solidFill>
                  <a:prstClr val="white"/>
                </a:solidFill>
                <a:latin typeface="Calibri" panose="020F0502020204030204"/>
              </a:rPr>
              <a:t>OUTSIDE</a:t>
            </a: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 SW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E5063EE-833B-D468-B268-6D477F576F2B}"/>
              </a:ext>
            </a:extLst>
          </p:cNvPr>
          <p:cNvSpPr/>
          <p:nvPr/>
        </p:nvSpPr>
        <p:spPr>
          <a:xfrm>
            <a:off x="5838940" y="2677099"/>
            <a:ext cx="418641" cy="2798284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D66146-4EBC-D341-355C-C8FAD5BE8428}"/>
              </a:ext>
            </a:extLst>
          </p:cNvPr>
          <p:cNvCxnSpPr/>
          <p:nvPr/>
        </p:nvCxnSpPr>
        <p:spPr>
          <a:xfrm>
            <a:off x="6533002" y="4076241"/>
            <a:ext cx="1068637" cy="0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801EF9-910C-B823-330F-A74415E2F9B4}"/>
              </a:ext>
            </a:extLst>
          </p:cNvPr>
          <p:cNvSpPr txBox="1"/>
          <p:nvPr/>
        </p:nvSpPr>
        <p:spPr>
          <a:xfrm rot="19354835">
            <a:off x="999842" y="2329397"/>
            <a:ext cx="2263515" cy="369332"/>
          </a:xfrm>
          <a:prstGeom prst="rect">
            <a:avLst/>
          </a:prstGeom>
          <a:solidFill>
            <a:srgbClr val="E34A33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Higher proportions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D6BE2E-BF87-C294-B07D-F7A407E62916}"/>
              </a:ext>
            </a:extLst>
          </p:cNvPr>
          <p:cNvCxnSpPr>
            <a:cxnSpLocks/>
          </p:cNvCxnSpPr>
          <p:nvPr/>
        </p:nvCxnSpPr>
        <p:spPr>
          <a:xfrm>
            <a:off x="2588964" y="2764286"/>
            <a:ext cx="649995" cy="664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5FA5A6B-62CE-D658-5EE8-9587576CA228}"/>
              </a:ext>
            </a:extLst>
          </p:cNvPr>
          <p:cNvSpPr txBox="1"/>
          <p:nvPr/>
        </p:nvSpPr>
        <p:spPr>
          <a:xfrm>
            <a:off x="7067320" y="5617812"/>
            <a:ext cx="3656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MN Statewide Longitudinal Education Data System (SLEDS)</a:t>
            </a:r>
          </a:p>
        </p:txBody>
      </p:sp>
    </p:spTree>
    <p:extLst>
      <p:ext uri="{BB962C8B-B14F-4D97-AF65-F5344CB8AC3E}">
        <p14:creationId xmlns:p14="http://schemas.microsoft.com/office/powerpoint/2010/main" val="439894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82894-EBEF-8363-2C26-7A782BE9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Takeaway #6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6CEB-E4B3-62D4-A9F4-06C85A23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+mj-lt"/>
              </a:rPr>
              <a:t>Individuals not graduating post-secondary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85389-BEEE-90A2-DF4F-27A8BAB9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1910988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82894-EBEF-8363-2C26-7A782BE9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Question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6CEB-E4B3-62D4-A9F4-06C85A23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+mj-lt"/>
              </a:rPr>
              <a:t>Why Leave if opportunities exist locally?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85389-BEEE-90A2-DF4F-27A8BAB9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22615743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3639B5-459E-31AE-D077-528176BB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Disconnect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D32BAC3-38EB-0AA1-FA05-B5A0E31687D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42628619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68BF360-06AA-303A-E41C-A1DAD6ACE8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96468476"/>
              </p:ext>
            </p:extLst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E454CE-0E42-49B5-D2DF-07AB122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311AF-22FB-4D9D-B2A1-2C2E939C9213}"/>
              </a:ext>
            </a:extLst>
          </p:cNvPr>
          <p:cNvSpPr txBox="1"/>
          <p:nvPr/>
        </p:nvSpPr>
        <p:spPr>
          <a:xfrm rot="19200826">
            <a:off x="34927" y="4316392"/>
            <a:ext cx="1618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Local Ties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AC0E31-ED58-74BE-8117-582CA9873C4E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1463962" y="3429000"/>
            <a:ext cx="644756" cy="6290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975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018C-BABA-14BF-F73E-C99CCCFF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those paths?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5C359-DBDE-BD6E-25E2-6D48ECCD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Center for Rural Policy &amp; Development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81D002-C344-C85B-6A3A-1650F87E92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69712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DFE635C-C432-47DA-AEAB-A593345CB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FBF3D3-2448-4FF3-B57B-852CB3B85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040C66D-4F1C-4AC9-9214-C9E6DA54A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72520F-72A8-4C7C-B30F-679CCA24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928" y="965200"/>
            <a:ext cx="5999002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b="1" dirty="0">
                <a:solidFill>
                  <a:schemeClr val="tx2"/>
                </a:solidFill>
              </a:rPr>
              <a:t>Questions</a:t>
            </a:r>
            <a:br>
              <a:rPr lang="en-US" sz="5000" dirty="0">
                <a:solidFill>
                  <a:schemeClr val="tx2"/>
                </a:solidFill>
              </a:rPr>
            </a:br>
            <a:br>
              <a:rPr lang="en-US" sz="5000" dirty="0">
                <a:solidFill>
                  <a:schemeClr val="tx2"/>
                </a:solidFill>
              </a:rPr>
            </a:br>
            <a:r>
              <a:rPr lang="en-US" sz="5000" dirty="0">
                <a:solidFill>
                  <a:schemeClr val="tx2"/>
                </a:solidFill>
              </a:rPr>
              <a:t>Kelly </a:t>
            </a:r>
            <a:r>
              <a:rPr lang="en-US" sz="5000" dirty="0" err="1">
                <a:solidFill>
                  <a:schemeClr val="tx2"/>
                </a:solidFill>
              </a:rPr>
              <a:t>Asche</a:t>
            </a:r>
            <a:br>
              <a:rPr lang="en-US" sz="5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email: </a:t>
            </a:r>
            <a:r>
              <a:rPr lang="en-US" sz="4000" dirty="0">
                <a:solidFill>
                  <a:schemeClr val="tx2"/>
                </a:solidFill>
                <a:hlinkClick r:id="rId2"/>
              </a:rPr>
              <a:t>kasche@ruralmn.org</a:t>
            </a:r>
            <a:br>
              <a:rPr lang="en-US" sz="5000" dirty="0">
                <a:solidFill>
                  <a:schemeClr val="tx2"/>
                </a:solidFill>
              </a:rPr>
            </a:br>
            <a:br>
              <a:rPr lang="en-US" sz="5000" dirty="0">
                <a:solidFill>
                  <a:schemeClr val="tx2"/>
                </a:solidFill>
              </a:rPr>
            </a:br>
            <a:endParaRPr lang="en-US" sz="5000" dirty="0">
              <a:solidFill>
                <a:schemeClr val="tx2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96121-9FB5-4C2B-BDA4-F95EEFE7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0928" y="6459785"/>
            <a:ext cx="475242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455F5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Center for Rural Policy &amp; Development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4237B582-392C-9643-947D-A6E208DC6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70" y="2176559"/>
            <a:ext cx="22987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3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1962</TotalTime>
  <Words>1462</Words>
  <Application>Microsoft Macintosh PowerPoint</Application>
  <PresentationFormat>Widescreen</PresentationFormat>
  <Paragraphs>302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Calibri</vt:lpstr>
      <vt:lpstr>Calibri Light</vt:lpstr>
      <vt:lpstr>Times New Roman</vt:lpstr>
      <vt:lpstr>Retrospect</vt:lpstr>
      <vt:lpstr>1_Retrospect</vt:lpstr>
      <vt:lpstr>Pathways after high school - Central</vt:lpstr>
      <vt:lpstr>A fundamental shift is taking place in economic development</vt:lpstr>
      <vt:lpstr>What to do?</vt:lpstr>
      <vt:lpstr>Rural Job Vacancy Report Series</vt:lpstr>
      <vt:lpstr>One completed report</vt:lpstr>
      <vt:lpstr>Project Regions</vt:lpstr>
      <vt:lpstr>The Data</vt:lpstr>
      <vt:lpstr>Project Initiation Overview</vt:lpstr>
      <vt:lpstr>Research Question</vt:lpstr>
      <vt:lpstr>“Time X” = Years after graduation</vt:lpstr>
      <vt:lpstr>Time illustration</vt:lpstr>
      <vt:lpstr>Population</vt:lpstr>
      <vt:lpstr>Statewide Longitudinal Education Data System (SLEDS)</vt:lpstr>
      <vt:lpstr>The trends</vt:lpstr>
      <vt:lpstr>”Meaningful workforce participation”</vt:lpstr>
      <vt:lpstr>Workforce participation “states” at Time X</vt:lpstr>
      <vt:lpstr>PowerPoint Presentation</vt:lpstr>
      <vt:lpstr>PowerPoint Presentation</vt:lpstr>
      <vt:lpstr>The predictors</vt:lpstr>
      <vt:lpstr>Analyze factors that contribute to these patterns</vt:lpstr>
      <vt:lpstr>Analysis Process</vt:lpstr>
      <vt:lpstr>Variables Ranked by Importance</vt:lpstr>
      <vt:lpstr>Key Themes</vt:lpstr>
      <vt:lpstr>Takeaway #1</vt:lpstr>
      <vt:lpstr>Local colleges supply meaningful employment</vt:lpstr>
      <vt:lpstr>Takeaway #2</vt:lpstr>
      <vt:lpstr>Few graduating from local colleges</vt:lpstr>
      <vt:lpstr>Takeaway #2</vt:lpstr>
      <vt:lpstr>Associate or lesser benefits local employment</vt:lpstr>
      <vt:lpstr>Takeaway #4</vt:lpstr>
      <vt:lpstr>Why is CTE a local tie?</vt:lpstr>
      <vt:lpstr>CTE Engagement leads to local meaningful employment</vt:lpstr>
      <vt:lpstr>CTE impacts post-high school paths</vt:lpstr>
      <vt:lpstr>Takeaway #5</vt:lpstr>
      <vt:lpstr>College planning (ACT) impacts beyond meaningful workforce participation</vt:lpstr>
      <vt:lpstr>Takeaway #6</vt:lpstr>
      <vt:lpstr>Key Question</vt:lpstr>
      <vt:lpstr>Disconnect</vt:lpstr>
      <vt:lpstr>Why choose those paths?</vt:lpstr>
      <vt:lpstr>Questions  Kelly Asche email: kasche@ruralmn.org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chasing smokestacks to chasing people</dc:title>
  <dc:creator>Kelly Asche</dc:creator>
  <cp:lastModifiedBy>Kelly Asche</cp:lastModifiedBy>
  <cp:revision>12</cp:revision>
  <cp:lastPrinted>2023-11-14T00:19:56Z</cp:lastPrinted>
  <dcterms:created xsi:type="dcterms:W3CDTF">2019-09-11T14:53:28Z</dcterms:created>
  <dcterms:modified xsi:type="dcterms:W3CDTF">2025-08-25T18:46:53Z</dcterms:modified>
</cp:coreProperties>
</file>